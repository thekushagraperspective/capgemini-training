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25"/>
  </p:notesMasterIdLst>
  <p:sldIdLst>
    <p:sldId id="256" r:id="rId2"/>
    <p:sldId id="268" r:id="rId3"/>
    <p:sldId id="271" r:id="rId4"/>
    <p:sldId id="272" r:id="rId5"/>
    <p:sldId id="281" r:id="rId6"/>
    <p:sldId id="277" r:id="rId7"/>
    <p:sldId id="278" r:id="rId8"/>
    <p:sldId id="282" r:id="rId9"/>
    <p:sldId id="283" r:id="rId10"/>
    <p:sldId id="287" r:id="rId11"/>
    <p:sldId id="285" r:id="rId12"/>
    <p:sldId id="286" r:id="rId13"/>
    <p:sldId id="284" r:id="rId14"/>
    <p:sldId id="289" r:id="rId15"/>
    <p:sldId id="290" r:id="rId16"/>
    <p:sldId id="300" r:id="rId17"/>
    <p:sldId id="291" r:id="rId18"/>
    <p:sldId id="274" r:id="rId19"/>
    <p:sldId id="279" r:id="rId20"/>
    <p:sldId id="305" r:id="rId21"/>
    <p:sldId id="306" r:id="rId22"/>
    <p:sldId id="304" r:id="rId23"/>
    <p:sldId id="267" r:id="rId24"/>
  </p:sldIdLst>
  <p:sldSz cx="9144000" cy="5143500" type="screen16x9"/>
  <p:notesSz cx="6858000" cy="9144000"/>
  <p:embeddedFontLst>
    <p:embeddedFont>
      <p:font typeface="Roboto Black" panose="02000000000000000000" pitchFamily="2" charset="0"/>
      <p:bold r:id="rId26"/>
      <p:boldItalic r:id="rId27"/>
    </p:embeddedFont>
    <p:embeddedFont>
      <p:font typeface="Roboto Light" panose="02000000000000000000" pitchFamily="2" charset="0"/>
      <p:regular r:id="rId28"/>
      <p:bold r:id="rId29"/>
      <p:italic r:id="rId30"/>
      <p:boldItalic r:id="rId31"/>
    </p:embeddedFont>
    <p:embeddedFont>
      <p:font typeface="Verdana" panose="020B060403050404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41A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17428EA-32BC-469E-BAF8-645849F771D6}">
  <a:tblStyle styleId="{E17428EA-32BC-469E-BAF8-645849F771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ul gathwala" userId="6943aa41cba7f947" providerId="LiveId" clId="{78AA51CC-2D4A-431D-B2CB-3BC53E6A72FC}"/>
    <pc:docChg chg="undo custSel addSld modSld sldOrd">
      <pc:chgData name="atul gathwala" userId="6943aa41cba7f947" providerId="LiveId" clId="{78AA51CC-2D4A-431D-B2CB-3BC53E6A72FC}" dt="2024-08-11T20:28:40.907" v="1889" actId="20577"/>
      <pc:docMkLst>
        <pc:docMk/>
      </pc:docMkLst>
      <pc:sldChg chg="delSp modSp add mod">
        <pc:chgData name="atul gathwala" userId="6943aa41cba7f947" providerId="LiveId" clId="{78AA51CC-2D4A-431D-B2CB-3BC53E6A72FC}" dt="2024-08-11T19:31:43.948" v="24" actId="478"/>
        <pc:sldMkLst>
          <pc:docMk/>
          <pc:sldMk cId="4012647527" sldId="274"/>
        </pc:sldMkLst>
      </pc:sldChg>
      <pc:sldChg chg="addSp delSp modSp add mod ord">
        <pc:chgData name="atul gathwala" userId="6943aa41cba7f947" providerId="LiveId" clId="{78AA51CC-2D4A-431D-B2CB-3BC53E6A72FC}" dt="2024-08-11T19:45:23.203" v="331" actId="478"/>
        <pc:sldMkLst>
          <pc:docMk/>
          <pc:sldMk cId="3824905553" sldId="275"/>
        </pc:sldMkLst>
      </pc:sldChg>
      <pc:sldChg chg="addSp delSp modSp add mod">
        <pc:chgData name="atul gathwala" userId="6943aa41cba7f947" providerId="LiveId" clId="{78AA51CC-2D4A-431D-B2CB-3BC53E6A72FC}" dt="2024-08-11T20:03:42.479" v="1076" actId="20577"/>
        <pc:sldMkLst>
          <pc:docMk/>
          <pc:sldMk cId="2316850299" sldId="276"/>
        </pc:sldMkLst>
      </pc:sldChg>
      <pc:sldChg chg="addSp delSp modSp add mod">
        <pc:chgData name="atul gathwala" userId="6943aa41cba7f947" providerId="LiveId" clId="{78AA51CC-2D4A-431D-B2CB-3BC53E6A72FC}" dt="2024-08-11T20:11:16.721" v="1386" actId="14100"/>
        <pc:sldMkLst>
          <pc:docMk/>
          <pc:sldMk cId="875851128" sldId="277"/>
        </pc:sldMkLst>
      </pc:sldChg>
      <pc:sldChg chg="addSp delSp modSp add mod">
        <pc:chgData name="atul gathwala" userId="6943aa41cba7f947" providerId="LiveId" clId="{78AA51CC-2D4A-431D-B2CB-3BC53E6A72FC}" dt="2024-08-11T20:20:02.719" v="1518" actId="14100"/>
        <pc:sldMkLst>
          <pc:docMk/>
          <pc:sldMk cId="1555859988" sldId="278"/>
        </pc:sldMkLst>
      </pc:sldChg>
      <pc:sldChg chg="delSp modSp add mod">
        <pc:chgData name="atul gathwala" userId="6943aa41cba7f947" providerId="LiveId" clId="{78AA51CC-2D4A-431D-B2CB-3BC53E6A72FC}" dt="2024-08-11T20:21:51.606" v="1522" actId="478"/>
        <pc:sldMkLst>
          <pc:docMk/>
          <pc:sldMk cId="2668921965" sldId="279"/>
        </pc:sldMkLst>
      </pc:sldChg>
      <pc:sldChg chg="addSp delSp modSp add mod ord">
        <pc:chgData name="atul gathwala" userId="6943aa41cba7f947" providerId="LiveId" clId="{78AA51CC-2D4A-431D-B2CB-3BC53E6A72FC}" dt="2024-08-11T20:27:59.619" v="1848" actId="20577"/>
        <pc:sldMkLst>
          <pc:docMk/>
          <pc:sldMk cId="1570058719" sldId="280"/>
        </pc:sldMkLst>
      </pc:sldChg>
      <pc:sldChg chg="modSp add mod">
        <pc:chgData name="atul gathwala" userId="6943aa41cba7f947" providerId="LiveId" clId="{78AA51CC-2D4A-431D-B2CB-3BC53E6A72FC}" dt="2024-08-11T20:28:40.907" v="1889" actId="20577"/>
        <pc:sldMkLst>
          <pc:docMk/>
          <pc:sldMk cId="372903870" sldId="281"/>
        </pc:sldMkLst>
      </pc:sldChg>
    </pc:docChg>
  </pc:docChgLst>
  <pc:docChgLst>
    <pc:chgData name="RISHABH RISHABH" userId="09a2bd7c2d5d187c" providerId="LiveId" clId="{26C6B12F-EF89-402F-B8D4-4D11BD5CF5FF}"/>
    <pc:docChg chg="modSld sldOrd">
      <pc:chgData name="RISHABH RISHABH" userId="09a2bd7c2d5d187c" providerId="LiveId" clId="{26C6B12F-EF89-402F-B8D4-4D11BD5CF5FF}" dt="2025-10-08T16:33:37.380" v="61"/>
      <pc:docMkLst>
        <pc:docMk/>
      </pc:docMkLst>
      <pc:sldChg chg="modSp mod">
        <pc:chgData name="RISHABH RISHABH" userId="09a2bd7c2d5d187c" providerId="LiveId" clId="{26C6B12F-EF89-402F-B8D4-4D11BD5CF5FF}" dt="2025-10-08T16:06:26.488" v="43" actId="255"/>
        <pc:sldMkLst>
          <pc:docMk/>
          <pc:sldMk cId="0" sldId="256"/>
        </pc:sldMkLst>
        <pc:spChg chg="mod">
          <ac:chgData name="RISHABH RISHABH" userId="09a2bd7c2d5d187c" providerId="LiveId" clId="{26C6B12F-EF89-402F-B8D4-4D11BD5CF5FF}" dt="2025-10-08T16:06:26.488" v="43" actId="255"/>
          <ac:spMkLst>
            <pc:docMk/>
            <pc:sldMk cId="0" sldId="256"/>
            <ac:spMk id="2" creationId="{1E333E3A-742F-7967-5913-8B76C12BCC3D}"/>
          </ac:spMkLst>
        </pc:spChg>
      </pc:sldChg>
      <pc:sldChg chg="modSp mod">
        <pc:chgData name="RISHABH RISHABH" userId="09a2bd7c2d5d187c" providerId="LiveId" clId="{26C6B12F-EF89-402F-B8D4-4D11BD5CF5FF}" dt="2025-10-08T16:29:44.264" v="55" actId="255"/>
        <pc:sldMkLst>
          <pc:docMk/>
          <pc:sldMk cId="4179198294" sldId="279"/>
        </pc:sldMkLst>
        <pc:spChg chg="mod">
          <ac:chgData name="RISHABH RISHABH" userId="09a2bd7c2d5d187c" providerId="LiveId" clId="{26C6B12F-EF89-402F-B8D4-4D11BD5CF5FF}" dt="2025-10-08T16:29:44.264" v="55" actId="255"/>
          <ac:spMkLst>
            <pc:docMk/>
            <pc:sldMk cId="4179198294" sldId="279"/>
            <ac:spMk id="2" creationId="{8161A67C-A5E8-7D39-B7EE-EB320E359F9B}"/>
          </ac:spMkLst>
        </pc:spChg>
        <pc:spChg chg="mod">
          <ac:chgData name="RISHABH RISHABH" userId="09a2bd7c2d5d187c" providerId="LiveId" clId="{26C6B12F-EF89-402F-B8D4-4D11BD5CF5FF}" dt="2025-10-08T16:29:20.464" v="53" actId="20577"/>
          <ac:spMkLst>
            <pc:docMk/>
            <pc:sldMk cId="4179198294" sldId="279"/>
            <ac:spMk id="211" creationId="{121FBE1E-17A1-B311-265C-AF898A88F192}"/>
          </ac:spMkLst>
        </pc:spChg>
      </pc:sldChg>
      <pc:sldChg chg="modSp mod">
        <pc:chgData name="RISHABH RISHABH" userId="09a2bd7c2d5d187c" providerId="LiveId" clId="{26C6B12F-EF89-402F-B8D4-4D11BD5CF5FF}" dt="2025-10-08T16:25:32.180" v="46" actId="20577"/>
        <pc:sldMkLst>
          <pc:docMk/>
          <pc:sldMk cId="2875179470" sldId="284"/>
        </pc:sldMkLst>
        <pc:spChg chg="mod">
          <ac:chgData name="RISHABH RISHABH" userId="09a2bd7c2d5d187c" providerId="LiveId" clId="{26C6B12F-EF89-402F-B8D4-4D11BD5CF5FF}" dt="2025-10-08T16:25:11.947" v="44" actId="20577"/>
          <ac:spMkLst>
            <pc:docMk/>
            <pc:sldMk cId="2875179470" sldId="284"/>
            <ac:spMk id="3" creationId="{E5480592-1CF7-40B3-9C40-5FC43F549D6E}"/>
          </ac:spMkLst>
        </pc:spChg>
        <pc:spChg chg="mod">
          <ac:chgData name="RISHABH RISHABH" userId="09a2bd7c2d5d187c" providerId="LiveId" clId="{26C6B12F-EF89-402F-B8D4-4D11BD5CF5FF}" dt="2025-10-08T16:25:32.180" v="46" actId="20577"/>
          <ac:spMkLst>
            <pc:docMk/>
            <pc:sldMk cId="2875179470" sldId="284"/>
            <ac:spMk id="9" creationId="{A3803FF7-8D7A-42C8-9087-A727ADA5B9F5}"/>
          </ac:spMkLst>
        </pc:spChg>
      </pc:sldChg>
      <pc:sldChg chg="ord">
        <pc:chgData name="RISHABH RISHABH" userId="09a2bd7c2d5d187c" providerId="LiveId" clId="{26C6B12F-EF89-402F-B8D4-4D11BD5CF5FF}" dt="2025-10-08T16:33:26.379" v="57"/>
        <pc:sldMkLst>
          <pc:docMk/>
          <pc:sldMk cId="3513213730" sldId="305"/>
        </pc:sldMkLst>
      </pc:sldChg>
      <pc:sldChg chg="ord">
        <pc:chgData name="RISHABH RISHABH" userId="09a2bd7c2d5d187c" providerId="LiveId" clId="{26C6B12F-EF89-402F-B8D4-4D11BD5CF5FF}" dt="2025-10-08T16:33:37.380" v="61"/>
        <pc:sldMkLst>
          <pc:docMk/>
          <pc:sldMk cId="2755689288" sldId="306"/>
        </pc:sldMkLst>
      </pc:sldChg>
    </pc:docChg>
  </pc:docChgLst>
  <pc:docChgLst>
    <pc:chgData name="atul gathwala" userId="6943aa41cba7f947" providerId="LiveId" clId="{34AC89C0-F23A-4287-8A98-B00F554B10EA}"/>
    <pc:docChg chg="undo custSel addSld delSld modSld sldOrd">
      <pc:chgData name="atul gathwala" userId="6943aa41cba7f947" providerId="LiveId" clId="{34AC89C0-F23A-4287-8A98-B00F554B10EA}" dt="2024-08-16T02:09:58.769" v="4641" actId="1076"/>
      <pc:docMkLst>
        <pc:docMk/>
      </pc:docMkLst>
      <pc:sldChg chg="modSp mod">
        <pc:chgData name="atul gathwala" userId="6943aa41cba7f947" providerId="LiveId" clId="{34AC89C0-F23A-4287-8A98-B00F554B10EA}" dt="2024-08-13T08:30:38.982" v="115" actId="20577"/>
        <pc:sldMkLst>
          <pc:docMk/>
          <pc:sldMk cId="0" sldId="265"/>
        </pc:sldMkLst>
      </pc:sldChg>
      <pc:sldChg chg="add">
        <pc:chgData name="atul gathwala" userId="6943aa41cba7f947" providerId="LiveId" clId="{34AC89C0-F23A-4287-8A98-B00F554B10EA}" dt="2024-08-14T17:05:39.928" v="2191"/>
        <pc:sldMkLst>
          <pc:docMk/>
          <pc:sldMk cId="3417280593" sldId="274"/>
        </pc:sldMkLst>
      </pc:sldChg>
      <pc:sldChg chg="add">
        <pc:chgData name="atul gathwala" userId="6943aa41cba7f947" providerId="LiveId" clId="{34AC89C0-F23A-4287-8A98-B00F554B10EA}" dt="2024-08-14T17:05:50.417" v="2192"/>
        <pc:sldMkLst>
          <pc:docMk/>
          <pc:sldMk cId="4179198294" sldId="279"/>
        </pc:sldMkLst>
      </pc:sldChg>
      <pc:sldChg chg="modSp mod">
        <pc:chgData name="atul gathwala" userId="6943aa41cba7f947" providerId="LiveId" clId="{34AC89C0-F23A-4287-8A98-B00F554B10EA}" dt="2024-08-13T08:08:27.873" v="76" actId="20577"/>
        <pc:sldMkLst>
          <pc:docMk/>
          <pc:sldMk cId="372903870" sldId="281"/>
        </pc:sldMkLst>
      </pc:sldChg>
      <pc:sldChg chg="modSp mod">
        <pc:chgData name="atul gathwala" userId="6943aa41cba7f947" providerId="LiveId" clId="{34AC89C0-F23A-4287-8A98-B00F554B10EA}" dt="2024-08-13T08:18:33.072" v="100" actId="20577"/>
        <pc:sldMkLst>
          <pc:docMk/>
          <pc:sldMk cId="1307321359" sldId="283"/>
        </pc:sldMkLst>
      </pc:sldChg>
      <pc:sldChg chg="modSp mod">
        <pc:chgData name="atul gathwala" userId="6943aa41cba7f947" providerId="LiveId" clId="{34AC89C0-F23A-4287-8A98-B00F554B10EA}" dt="2024-08-13T08:24:04.793" v="104" actId="20577"/>
        <pc:sldMkLst>
          <pc:docMk/>
          <pc:sldMk cId="2875179470" sldId="284"/>
        </pc:sldMkLst>
      </pc:sldChg>
      <pc:sldChg chg="addSp delSp modSp add mod">
        <pc:chgData name="atul gathwala" userId="6943aa41cba7f947" providerId="LiveId" clId="{34AC89C0-F23A-4287-8A98-B00F554B10EA}" dt="2024-08-14T02:54:37.693" v="827" actId="1036"/>
        <pc:sldMkLst>
          <pc:docMk/>
          <pc:sldMk cId="3978355423" sldId="285"/>
        </pc:sldMkLst>
      </pc:sldChg>
      <pc:sldChg chg="addSp delSp modSp add mod">
        <pc:chgData name="atul gathwala" userId="6943aa41cba7f947" providerId="LiveId" clId="{34AC89C0-F23A-4287-8A98-B00F554B10EA}" dt="2024-08-14T03:34:43.840" v="1439" actId="20577"/>
        <pc:sldMkLst>
          <pc:docMk/>
          <pc:sldMk cId="2044497019" sldId="286"/>
        </pc:sldMkLst>
      </pc:sldChg>
      <pc:sldChg chg="addSp delSp modSp add mod ord">
        <pc:chgData name="atul gathwala" userId="6943aa41cba7f947" providerId="LiveId" clId="{34AC89C0-F23A-4287-8A98-B00F554B10EA}" dt="2024-08-14T05:39:50.642" v="1831"/>
        <pc:sldMkLst>
          <pc:docMk/>
          <pc:sldMk cId="2117972511" sldId="287"/>
        </pc:sldMkLst>
      </pc:sldChg>
      <pc:sldChg chg="addSp delSp modSp add mod">
        <pc:chgData name="atul gathwala" userId="6943aa41cba7f947" providerId="LiveId" clId="{34AC89C0-F23A-4287-8A98-B00F554B10EA}" dt="2024-08-14T07:07:17.083" v="2187" actId="20577"/>
        <pc:sldMkLst>
          <pc:docMk/>
          <pc:sldMk cId="2820326519" sldId="288"/>
        </pc:sldMkLst>
      </pc:sldChg>
      <pc:sldChg chg="add del">
        <pc:chgData name="atul gathwala" userId="6943aa41cba7f947" providerId="LiveId" clId="{34AC89C0-F23A-4287-8A98-B00F554B10EA}" dt="2024-08-14T06:03:47.290" v="1852" actId="47"/>
        <pc:sldMkLst>
          <pc:docMk/>
          <pc:sldMk cId="1773707558" sldId="289"/>
        </pc:sldMkLst>
      </pc:sldChg>
      <pc:sldChg chg="add">
        <pc:chgData name="atul gathwala" userId="6943aa41cba7f947" providerId="LiveId" clId="{34AC89C0-F23A-4287-8A98-B00F554B10EA}" dt="2024-08-14T17:04:58.105" v="2188"/>
        <pc:sldMkLst>
          <pc:docMk/>
          <pc:sldMk cId="3201677494" sldId="289"/>
        </pc:sldMkLst>
      </pc:sldChg>
      <pc:sldChg chg="addSp modSp add mod">
        <pc:chgData name="atul gathwala" userId="6943aa41cba7f947" providerId="LiveId" clId="{34AC89C0-F23A-4287-8A98-B00F554B10EA}" dt="2024-08-14T17:32:39.976" v="2455" actId="1036"/>
        <pc:sldMkLst>
          <pc:docMk/>
          <pc:sldMk cId="3262976712" sldId="290"/>
        </pc:sldMkLst>
      </pc:sldChg>
      <pc:sldChg chg="add">
        <pc:chgData name="atul gathwala" userId="6943aa41cba7f947" providerId="LiveId" clId="{34AC89C0-F23A-4287-8A98-B00F554B10EA}" dt="2024-08-14T17:05:28.175" v="2190"/>
        <pc:sldMkLst>
          <pc:docMk/>
          <pc:sldMk cId="1849324630" sldId="291"/>
        </pc:sldMkLst>
      </pc:sldChg>
      <pc:sldChg chg="modSp add del mod">
        <pc:chgData name="atul gathwala" userId="6943aa41cba7f947" providerId="LiveId" clId="{34AC89C0-F23A-4287-8A98-B00F554B10EA}" dt="2024-08-16T02:03:44.902" v="4487" actId="47"/>
        <pc:sldMkLst>
          <pc:docMk/>
          <pc:sldMk cId="1392646673" sldId="292"/>
        </pc:sldMkLst>
      </pc:sldChg>
      <pc:sldChg chg="addSp modSp add mod">
        <pc:chgData name="atul gathwala" userId="6943aa41cba7f947" providerId="LiveId" clId="{34AC89C0-F23A-4287-8A98-B00F554B10EA}" dt="2024-08-16T02:08:10.108" v="4640" actId="207"/>
        <pc:sldMkLst>
          <pc:docMk/>
          <pc:sldMk cId="1901082877" sldId="293"/>
        </pc:sldMkLst>
      </pc:sldChg>
      <pc:sldChg chg="add">
        <pc:chgData name="atul gathwala" userId="6943aa41cba7f947" providerId="LiveId" clId="{34AC89C0-F23A-4287-8A98-B00F554B10EA}" dt="2024-08-14T17:06:39.641" v="2195"/>
        <pc:sldMkLst>
          <pc:docMk/>
          <pc:sldMk cId="2170643548" sldId="294"/>
        </pc:sldMkLst>
      </pc:sldChg>
      <pc:sldChg chg="add">
        <pc:chgData name="atul gathwala" userId="6943aa41cba7f947" providerId="LiveId" clId="{34AC89C0-F23A-4287-8A98-B00F554B10EA}" dt="2024-08-14T17:06:49.954" v="2196"/>
        <pc:sldMkLst>
          <pc:docMk/>
          <pc:sldMk cId="1694355677" sldId="295"/>
        </pc:sldMkLst>
      </pc:sldChg>
      <pc:sldChg chg="add">
        <pc:chgData name="atul gathwala" userId="6943aa41cba7f947" providerId="LiveId" clId="{34AC89C0-F23A-4287-8A98-B00F554B10EA}" dt="2024-08-14T17:19:04.109" v="2200"/>
        <pc:sldMkLst>
          <pc:docMk/>
          <pc:sldMk cId="2441734012" sldId="296"/>
        </pc:sldMkLst>
      </pc:sldChg>
      <pc:sldChg chg="new">
        <pc:chgData name="atul gathwala" userId="6943aa41cba7f947" providerId="LiveId" clId="{34AC89C0-F23A-4287-8A98-B00F554B10EA}" dt="2024-08-14T17:39:26.034" v="2456" actId="680"/>
        <pc:sldMkLst>
          <pc:docMk/>
          <pc:sldMk cId="2626496318" sldId="297"/>
        </pc:sldMkLst>
      </pc:sldChg>
      <pc:sldChg chg="new">
        <pc:chgData name="atul gathwala" userId="6943aa41cba7f947" providerId="LiveId" clId="{34AC89C0-F23A-4287-8A98-B00F554B10EA}" dt="2024-08-14T17:39:26.101" v="2457" actId="680"/>
        <pc:sldMkLst>
          <pc:docMk/>
          <pc:sldMk cId="3244675182" sldId="298"/>
        </pc:sldMkLst>
      </pc:sldChg>
      <pc:sldChg chg="new">
        <pc:chgData name="atul gathwala" userId="6943aa41cba7f947" providerId="LiveId" clId="{34AC89C0-F23A-4287-8A98-B00F554B10EA}" dt="2024-08-14T17:39:29.660" v="2458" actId="680"/>
        <pc:sldMkLst>
          <pc:docMk/>
          <pc:sldMk cId="2641119838" sldId="299"/>
        </pc:sldMkLst>
      </pc:sldChg>
      <pc:sldChg chg="modSp mod">
        <pc:chgData name="atul gathwala" userId="6943aa41cba7f947" providerId="LiveId" clId="{34AC89C0-F23A-4287-8A98-B00F554B10EA}" dt="2024-08-15T16:28:32.342" v="2465" actId="20577"/>
        <pc:sldMkLst>
          <pc:docMk/>
          <pc:sldMk cId="3595968753" sldId="300"/>
        </pc:sldMkLst>
      </pc:sldChg>
      <pc:sldChg chg="addSp delSp modSp add mod">
        <pc:chgData name="atul gathwala" userId="6943aa41cba7f947" providerId="LiveId" clId="{34AC89C0-F23A-4287-8A98-B00F554B10EA}" dt="2024-08-15T16:49:48.976" v="3555" actId="1035"/>
        <pc:sldMkLst>
          <pc:docMk/>
          <pc:sldMk cId="909240751" sldId="301"/>
        </pc:sldMkLst>
      </pc:sldChg>
      <pc:sldChg chg="delSp modSp add mod ord">
        <pc:chgData name="atul gathwala" userId="6943aa41cba7f947" providerId="LiveId" clId="{34AC89C0-F23A-4287-8A98-B00F554B10EA}" dt="2024-08-15T16:58:58.145" v="3657"/>
        <pc:sldMkLst>
          <pc:docMk/>
          <pc:sldMk cId="2088169381" sldId="302"/>
        </pc:sldMkLst>
      </pc:sldChg>
      <pc:sldChg chg="addSp delSp modSp add mod">
        <pc:chgData name="atul gathwala" userId="6943aa41cba7f947" providerId="LiveId" clId="{34AC89C0-F23A-4287-8A98-B00F554B10EA}" dt="2024-08-16T02:09:58.769" v="4641" actId="1076"/>
        <pc:sldMkLst>
          <pc:docMk/>
          <pc:sldMk cId="1287014795" sldId="30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5dc4e38d75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5dc4e38d75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5bbcd31a21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5bbcd31a21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2576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TITLE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5237375" y="3670025"/>
            <a:ext cx="3129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000"/>
              <a:buFont typeface="Roboto Black"/>
              <a:buNone/>
              <a:defRPr sz="30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5237375" y="4181150"/>
            <a:ext cx="3129600" cy="6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0">
        <p14:ripple/>
      </p:transition>
    </mc:Choice>
    <mc:Fallback xmlns="">
      <p:transition spd="med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IMAGE">
  <p:cSld name="TITLE_1_1_2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sz="3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0">
        <p14:ripple/>
      </p:transition>
    </mc:Choice>
    <mc:Fallback xmlns="">
      <p:transition spd="med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2 ">
  <p:cSld name="TITLE_1_1_1_1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3874947" y="3523425"/>
            <a:ext cx="1394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subTitle" idx="2"/>
          </p:nvPr>
        </p:nvSpPr>
        <p:spPr>
          <a:xfrm>
            <a:off x="6042107" y="3192125"/>
            <a:ext cx="1394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ubTitle" idx="3"/>
          </p:nvPr>
        </p:nvSpPr>
        <p:spPr>
          <a:xfrm>
            <a:off x="1707795" y="3891050"/>
            <a:ext cx="1394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ctrTitle"/>
          </p:nvPr>
        </p:nvSpPr>
        <p:spPr>
          <a:xfrm>
            <a:off x="3533995" y="3422225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ctrTitle" idx="4"/>
          </p:nvPr>
        </p:nvSpPr>
        <p:spPr>
          <a:xfrm>
            <a:off x="5701156" y="3096475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ctrTitle" idx="5"/>
          </p:nvPr>
        </p:nvSpPr>
        <p:spPr>
          <a:xfrm>
            <a:off x="1366844" y="378965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ctrTitle" idx="6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sz="3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0">
        <p14:ripple/>
      </p:transition>
    </mc:Choice>
    <mc:Fallback xmlns="">
      <p:transition spd="med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0">
        <p14:ripple/>
      </p:transition>
    </mc:Choice>
    <mc:Fallback xmlns="">
      <p:transition spd="med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92701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 Black"/>
              <a:buNone/>
              <a:defRPr sz="28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Light"/>
              <a:buChar char="●"/>
              <a:defRPr sz="18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○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■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●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○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■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●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○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 Light"/>
              <a:buChar char="■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6" r:id="rId2"/>
    <p:sldLayoutId id="2147483657" r:id="rId3"/>
    <p:sldLayoutId id="2147483663" r:id="rId4"/>
  </p:sldLayoutIdLst>
  <mc:AlternateContent xmlns:mc="http://schemas.openxmlformats.org/markup-compatibility/2006" xmlns:p14="http://schemas.microsoft.com/office/powerpoint/2010/main">
    <mc:Choice Requires="p14">
      <p:transition spd="med" advTm="0">
        <p14:ripple/>
      </p:transition>
    </mc:Choice>
    <mc:Fallback xmlns="">
      <p:transition spd="med" advTm="0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stagram.com/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33E3A-742F-7967-5913-8B76C12BCC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0" y="2367332"/>
            <a:ext cx="8520600" cy="606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4000" b="1" i="1" spc="300" dirty="0">
                <a:solidFill>
                  <a:schemeClr val="tx2"/>
                </a:solidFill>
                <a:latin typeface="Schadow BT" panose="02060504050505030204" pitchFamily="18" charset="0"/>
              </a:rPr>
              <a:t>HTML  Notes </a:t>
            </a:r>
            <a:br>
              <a:rPr lang="en-IN" b="1" i="1" spc="300" dirty="0">
                <a:solidFill>
                  <a:schemeClr val="tx2"/>
                </a:solidFill>
                <a:latin typeface="Schadow BT" panose="02060504050505030204" pitchFamily="18" charset="0"/>
              </a:rPr>
            </a:b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0">
        <p14:ripple/>
      </p:transition>
    </mc:Choice>
    <mc:Fallback xmlns="">
      <p:transition spd="med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Picture 207">
            <a:extLst>
              <a:ext uri="{FF2B5EF4-FFF2-40B4-BE49-F238E27FC236}">
                <a16:creationId xmlns:a16="http://schemas.microsoft.com/office/drawing/2014/main" id="{9089F2DF-98B7-E622-525A-758578364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235" y="1300924"/>
            <a:ext cx="5686425" cy="3114675"/>
          </a:xfrm>
          <a:prstGeom prst="rect">
            <a:avLst/>
          </a:prstGeom>
        </p:spPr>
      </p:pic>
      <p:cxnSp>
        <p:nvCxnSpPr>
          <p:cNvPr id="209" name="Google Shape;264;p24">
            <a:extLst>
              <a:ext uri="{FF2B5EF4-FFF2-40B4-BE49-F238E27FC236}">
                <a16:creationId xmlns:a16="http://schemas.microsoft.com/office/drawing/2014/main" id="{A8D06D92-8A7E-20D8-7712-7FD682F5B3D9}"/>
              </a:ext>
            </a:extLst>
          </p:cNvPr>
          <p:cNvCxnSpPr>
            <a:cxnSpLocks/>
          </p:cNvCxnSpPr>
          <p:nvPr/>
        </p:nvCxnSpPr>
        <p:spPr>
          <a:xfrm>
            <a:off x="822027" y="1376065"/>
            <a:ext cx="7341452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121FBE1E-17A1-B311-265C-AF898A88F192}"/>
              </a:ext>
            </a:extLst>
          </p:cNvPr>
          <p:cNvSpPr txBox="1"/>
          <p:nvPr/>
        </p:nvSpPr>
        <p:spPr>
          <a:xfrm>
            <a:off x="2011680" y="845856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" sz="2000" b="1" dirty="0">
                <a:solidFill>
                  <a:schemeClr val="bg1">
                    <a:lumMod val="75000"/>
                  </a:schemeClr>
                </a:solidFill>
              </a:rPr>
              <a:t>How Web Works</a:t>
            </a:r>
            <a:endParaRPr lang="en-IN" sz="2000" b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109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0">
        <p14:ripple/>
      </p:transition>
    </mc:Choice>
    <mc:Fallback xmlns="">
      <p:transition spd="med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64;p24">
            <a:extLst>
              <a:ext uri="{FF2B5EF4-FFF2-40B4-BE49-F238E27FC236}">
                <a16:creationId xmlns:a16="http://schemas.microsoft.com/office/drawing/2014/main" id="{A8D06D92-8A7E-20D8-7712-7FD682F5B3D9}"/>
              </a:ext>
            </a:extLst>
          </p:cNvPr>
          <p:cNvCxnSpPr>
            <a:cxnSpLocks/>
          </p:cNvCxnSpPr>
          <p:nvPr/>
        </p:nvCxnSpPr>
        <p:spPr>
          <a:xfrm>
            <a:off x="822027" y="1376065"/>
            <a:ext cx="7341452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121FBE1E-17A1-B311-265C-AF898A88F192}"/>
              </a:ext>
            </a:extLst>
          </p:cNvPr>
          <p:cNvSpPr txBox="1"/>
          <p:nvPr/>
        </p:nvSpPr>
        <p:spPr>
          <a:xfrm>
            <a:off x="2011680" y="845856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" sz="2000" b="1" dirty="0">
                <a:solidFill>
                  <a:schemeClr val="bg1">
                    <a:lumMod val="75000"/>
                  </a:schemeClr>
                </a:solidFill>
              </a:rPr>
              <a:t>How Web Works</a:t>
            </a:r>
            <a:endParaRPr lang="en-IN" sz="2000" b="1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DB9D56-65B4-8972-AD5D-9FFD36D9B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156" y="1499021"/>
            <a:ext cx="6125047" cy="335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250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0">
        <p14:ripple/>
      </p:transition>
    </mc:Choice>
    <mc:Fallback xmlns="">
      <p:transition spd="med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936784-5091-CF61-97AF-CADCC9187AE3}"/>
              </a:ext>
            </a:extLst>
          </p:cNvPr>
          <p:cNvSpPr txBox="1"/>
          <p:nvPr/>
        </p:nvSpPr>
        <p:spPr>
          <a:xfrm>
            <a:off x="386080" y="179049"/>
            <a:ext cx="834136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solidFill>
                  <a:schemeClr val="bg1">
                    <a:lumMod val="75000"/>
                  </a:schemeClr>
                </a:solidFill>
              </a:rPr>
              <a:t>Browser: 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Browser is a client side application which is used to send requests and get back the responses from the server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. </a:t>
            </a:r>
          </a:p>
          <a:p>
            <a:endParaRPr lang="en-US" sz="25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2500" dirty="0">
                <a:solidFill>
                  <a:schemeClr val="bg1">
                    <a:lumMod val="75000"/>
                  </a:schemeClr>
                </a:solidFill>
              </a:rPr>
              <a:t>URL: 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URL stands for uniform resource locator. When we search for anything in the browser, It will generate an URL. Ex: 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hlinkClick r:id="rId2"/>
              </a:rPr>
              <a:t>https://www.instagram.com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  <a:p>
            <a:endParaRPr lang="en-US" sz="18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2500" dirty="0">
                <a:solidFill>
                  <a:schemeClr val="bg1">
                    <a:lumMod val="75000"/>
                  </a:schemeClr>
                </a:solidFill>
              </a:rPr>
              <a:t> DNS: 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DNS stands for Domain Name Server It is responsible for converting URLs into IP addresses.</a:t>
            </a: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2500" b="1" dirty="0">
                <a:solidFill>
                  <a:schemeClr val="bg1">
                    <a:lumMod val="75000"/>
                  </a:schemeClr>
                </a:solidFill>
              </a:rPr>
              <a:t>Server: 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It is the place where all the websites are hoisted. Ip address of all data were stored here.</a:t>
            </a:r>
          </a:p>
          <a:p>
            <a:r>
              <a:rPr lang="en-US" sz="2500" b="1" dirty="0">
                <a:solidFill>
                  <a:schemeClr val="bg1">
                    <a:lumMod val="75000"/>
                  </a:schemeClr>
                </a:solidFill>
              </a:rPr>
              <a:t> Http: Https: 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Http stands for 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HyperText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Transfer Protocol. </a:t>
            </a:r>
          </a:p>
          <a:p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It transfers the information as plain text. Https stands for 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HyperText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Transfer Protocol Secure. It transfers the information in encrypted format</a:t>
            </a:r>
            <a:endParaRPr lang="en-IN" sz="18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47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0">
        <p14:ripple/>
      </p:transition>
    </mc:Choice>
    <mc:Fallback xmlns="">
      <p:transition spd="med" advTm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64;p24">
            <a:extLst>
              <a:ext uri="{FF2B5EF4-FFF2-40B4-BE49-F238E27FC236}">
                <a16:creationId xmlns:a16="http://schemas.microsoft.com/office/drawing/2014/main" id="{A8D06D92-8A7E-20D8-7712-7FD682F5B3D9}"/>
              </a:ext>
            </a:extLst>
          </p:cNvPr>
          <p:cNvCxnSpPr>
            <a:cxnSpLocks/>
          </p:cNvCxnSpPr>
          <p:nvPr/>
        </p:nvCxnSpPr>
        <p:spPr>
          <a:xfrm>
            <a:off x="822027" y="697401"/>
            <a:ext cx="7341452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121FBE1E-17A1-B311-265C-AF898A88F192}"/>
              </a:ext>
            </a:extLst>
          </p:cNvPr>
          <p:cNvSpPr txBox="1"/>
          <p:nvPr/>
        </p:nvSpPr>
        <p:spPr>
          <a:xfrm>
            <a:off x="2011680" y="195768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" sz="2200" b="1" dirty="0">
                <a:solidFill>
                  <a:schemeClr val="bg1"/>
                </a:solidFill>
              </a:rPr>
              <a:t>Attributes in HTML</a:t>
            </a:r>
            <a:endParaRPr lang="en-IN" sz="22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23FCBD-8914-40DF-A345-E4D513CCA6D9}"/>
              </a:ext>
            </a:extLst>
          </p:cNvPr>
          <p:cNvSpPr txBox="1"/>
          <p:nvPr/>
        </p:nvSpPr>
        <p:spPr>
          <a:xfrm>
            <a:off x="822027" y="879676"/>
            <a:ext cx="773166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Attributes are special keywords which are provided in the opening tag of the element , it will provide additional information about element 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id - uniquely identify an element. One element should have one id only</a:t>
            </a:r>
          </a:p>
          <a:p>
            <a:r>
              <a:rPr lang="en-US" sz="1800" dirty="0">
                <a:solidFill>
                  <a:schemeClr val="bg1"/>
                </a:solidFill>
              </a:rPr>
              <a:t>class - used to group similar elements. One element can have multiple classes.</a:t>
            </a:r>
          </a:p>
          <a:p>
            <a:r>
              <a:rPr lang="en-US" sz="1800" dirty="0">
                <a:solidFill>
                  <a:schemeClr val="bg1"/>
                </a:solidFill>
              </a:rPr>
              <a:t>style - used to give inline </a:t>
            </a:r>
            <a:r>
              <a:rPr lang="en-US" sz="1800" dirty="0" err="1">
                <a:solidFill>
                  <a:schemeClr val="bg1"/>
                </a:solidFill>
              </a:rPr>
              <a:t>css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title - used to provide the tooltip, which is the extra information to the user, once he hovers the cursor over the element</a:t>
            </a:r>
          </a:p>
        </p:txBody>
      </p:sp>
    </p:spTree>
    <p:extLst>
      <p:ext uri="{BB962C8B-B14F-4D97-AF65-F5344CB8AC3E}">
        <p14:creationId xmlns:p14="http://schemas.microsoft.com/office/powerpoint/2010/main" val="372903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0">
        <p14:ripple/>
      </p:transition>
    </mc:Choice>
    <mc:Fallback xmlns="">
      <p:transition spd="med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64;p24">
            <a:extLst>
              <a:ext uri="{FF2B5EF4-FFF2-40B4-BE49-F238E27FC236}">
                <a16:creationId xmlns:a16="http://schemas.microsoft.com/office/drawing/2014/main" id="{A8D06D92-8A7E-20D8-7712-7FD682F5B3D9}"/>
              </a:ext>
            </a:extLst>
          </p:cNvPr>
          <p:cNvCxnSpPr>
            <a:cxnSpLocks/>
          </p:cNvCxnSpPr>
          <p:nvPr/>
        </p:nvCxnSpPr>
        <p:spPr>
          <a:xfrm>
            <a:off x="822027" y="697401"/>
            <a:ext cx="7341452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121FBE1E-17A1-B311-265C-AF898A88F192}"/>
              </a:ext>
            </a:extLst>
          </p:cNvPr>
          <p:cNvSpPr txBox="1"/>
          <p:nvPr/>
        </p:nvSpPr>
        <p:spPr>
          <a:xfrm>
            <a:off x="2011680" y="195768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200" b="1" dirty="0">
                <a:solidFill>
                  <a:schemeClr val="bg1"/>
                </a:solidFill>
              </a:rPr>
              <a:t>H</a:t>
            </a:r>
            <a:r>
              <a:rPr lang="es" sz="2200" b="1" dirty="0">
                <a:solidFill>
                  <a:schemeClr val="bg1"/>
                </a:solidFill>
              </a:rPr>
              <a:t>eading Tags</a:t>
            </a:r>
            <a:endParaRPr lang="en-IN" sz="2200" b="1" dirty="0">
              <a:solidFill>
                <a:schemeClr val="bg1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70AF06D-8987-4AB2-BC7F-E872BA9659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7329" y="849171"/>
            <a:ext cx="3191232" cy="3989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B65402-491A-4BF8-87AA-4D235D558360}"/>
              </a:ext>
            </a:extLst>
          </p:cNvPr>
          <p:cNvSpPr txBox="1"/>
          <p:nvPr/>
        </p:nvSpPr>
        <p:spPr>
          <a:xfrm>
            <a:off x="972273" y="1296365"/>
            <a:ext cx="393539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Heading tags are basically used to provide title or subtitle to the content in the webpage these all are paired tags.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We have set of heading tags from h1 to h6.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H1 is the highest in font size &amp;</a:t>
            </a:r>
          </a:p>
          <a:p>
            <a:r>
              <a:rPr lang="en-US" sz="1600" dirty="0">
                <a:solidFill>
                  <a:schemeClr val="bg1"/>
                </a:solidFill>
              </a:rPr>
              <a:t>H6 is the least in font size . 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5851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0">
        <p14:ripple/>
      </p:transition>
    </mc:Choice>
    <mc:Fallback xmlns="">
      <p:transition spd="med" advTm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B65402-491A-4BF8-87AA-4D235D558360}"/>
              </a:ext>
            </a:extLst>
          </p:cNvPr>
          <p:cNvSpPr txBox="1"/>
          <p:nvPr/>
        </p:nvSpPr>
        <p:spPr>
          <a:xfrm>
            <a:off x="580341" y="674437"/>
            <a:ext cx="871573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2400" b="1" i="1" dirty="0">
                <a:solidFill>
                  <a:schemeClr val="bg1"/>
                </a:solidFill>
              </a:rPr>
              <a:t>Formatting Tags : 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Tags are used to display the content in different formats.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●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dirty="0">
                <a:solidFill>
                  <a:schemeClr val="bg1"/>
                </a:solidFill>
              </a:rPr>
              <a:t>b </a:t>
            </a:r>
            <a:r>
              <a:rPr lang="en-US" sz="1600" dirty="0">
                <a:solidFill>
                  <a:schemeClr val="bg1"/>
                </a:solidFill>
              </a:rPr>
              <a:t>→ It will display the content in bold format.</a:t>
            </a:r>
          </a:p>
          <a:p>
            <a:r>
              <a:rPr lang="en-US" sz="1600" dirty="0">
                <a:solidFill>
                  <a:schemeClr val="bg1"/>
                </a:solidFill>
              </a:rPr>
              <a:t>● </a:t>
            </a:r>
            <a:r>
              <a:rPr lang="en-US" sz="1600" dirty="0" err="1">
                <a:solidFill>
                  <a:schemeClr val="bg1"/>
                </a:solidFill>
              </a:rPr>
              <a:t>i</a:t>
            </a:r>
            <a:r>
              <a:rPr lang="en-US" sz="1600" dirty="0">
                <a:solidFill>
                  <a:schemeClr val="bg1"/>
                </a:solidFill>
              </a:rPr>
              <a:t> → It will display the content in Italic format.</a:t>
            </a:r>
          </a:p>
          <a:p>
            <a:r>
              <a:rPr lang="en-US" sz="1600" dirty="0">
                <a:solidFill>
                  <a:schemeClr val="bg1"/>
                </a:solidFill>
              </a:rPr>
              <a:t>● u → It will provide an underline to the content.</a:t>
            </a:r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859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0">
        <p14:ripple/>
      </p:transition>
    </mc:Choice>
    <mc:Fallback xmlns="">
      <p:transition spd="med" advTm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64;p24">
            <a:extLst>
              <a:ext uri="{FF2B5EF4-FFF2-40B4-BE49-F238E27FC236}">
                <a16:creationId xmlns:a16="http://schemas.microsoft.com/office/drawing/2014/main" id="{A8D06D92-8A7E-20D8-7712-7FD682F5B3D9}"/>
              </a:ext>
            </a:extLst>
          </p:cNvPr>
          <p:cNvCxnSpPr>
            <a:cxnSpLocks/>
          </p:cNvCxnSpPr>
          <p:nvPr/>
        </p:nvCxnSpPr>
        <p:spPr>
          <a:xfrm>
            <a:off x="822027" y="697401"/>
            <a:ext cx="7341452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121FBE1E-17A1-B311-265C-AF898A88F192}"/>
              </a:ext>
            </a:extLst>
          </p:cNvPr>
          <p:cNvSpPr txBox="1"/>
          <p:nvPr/>
        </p:nvSpPr>
        <p:spPr>
          <a:xfrm>
            <a:off x="2011680" y="188625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" sz="2200" b="1" dirty="0">
                <a:solidFill>
                  <a:schemeClr val="bg1"/>
                </a:solidFill>
              </a:rPr>
              <a:t>Semantic tags</a:t>
            </a:r>
            <a:endParaRPr lang="en-IN" sz="2200" b="1" dirty="0">
              <a:solidFill>
                <a:schemeClr val="bg1"/>
              </a:solidFill>
            </a:endParaRPr>
          </a:p>
        </p:txBody>
      </p:sp>
      <p:pic>
        <p:nvPicPr>
          <p:cNvPr id="1026" name="Picture 2" descr="HTML Semantic Tags, Why is it important to use Semantic HTML? - DEV  Community">
            <a:extLst>
              <a:ext uri="{FF2B5EF4-FFF2-40B4-BE49-F238E27FC236}">
                <a16:creationId xmlns:a16="http://schemas.microsoft.com/office/drawing/2014/main" id="{D59620D9-E63B-40A2-872B-34BC4504D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3107" y="873386"/>
            <a:ext cx="5738019" cy="4081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44BBD6-0325-42ED-8E07-7832F2E496E8}"/>
              </a:ext>
            </a:extLst>
          </p:cNvPr>
          <p:cNvSpPr txBox="1"/>
          <p:nvPr/>
        </p:nvSpPr>
        <p:spPr>
          <a:xfrm>
            <a:off x="750094" y="1328738"/>
            <a:ext cx="213598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tags itself define their purpose.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&lt;header&gt;</a:t>
            </a:r>
          </a:p>
          <a:p>
            <a:r>
              <a:rPr lang="en-US" dirty="0">
                <a:solidFill>
                  <a:schemeClr val="bg1"/>
                </a:solidFill>
              </a:rPr>
              <a:t>&lt;article&gt;</a:t>
            </a:r>
          </a:p>
          <a:p>
            <a:r>
              <a:rPr lang="en-US" dirty="0">
                <a:solidFill>
                  <a:schemeClr val="bg1"/>
                </a:solidFill>
              </a:rPr>
              <a:t>&lt;main&gt;</a:t>
            </a:r>
          </a:p>
          <a:p>
            <a:r>
              <a:rPr lang="en-US" dirty="0">
                <a:solidFill>
                  <a:schemeClr val="bg1"/>
                </a:solidFill>
              </a:rPr>
              <a:t>&lt;nav&gt;</a:t>
            </a:r>
          </a:p>
          <a:p>
            <a:r>
              <a:rPr lang="en-US" dirty="0">
                <a:solidFill>
                  <a:schemeClr val="bg1"/>
                </a:solidFill>
              </a:rPr>
              <a:t>&lt;section&gt;</a:t>
            </a:r>
          </a:p>
          <a:p>
            <a:r>
              <a:rPr lang="en-US" dirty="0">
                <a:solidFill>
                  <a:schemeClr val="bg1"/>
                </a:solidFill>
              </a:rPr>
              <a:t>&lt;aside&gt;</a:t>
            </a:r>
          </a:p>
          <a:p>
            <a:r>
              <a:rPr lang="en-US" dirty="0">
                <a:solidFill>
                  <a:schemeClr val="bg1"/>
                </a:solidFill>
              </a:rPr>
              <a:t>&lt;footer&gt;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896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0">
        <p14:ripple/>
      </p:transition>
    </mc:Choice>
    <mc:Fallback xmlns="">
      <p:transition spd="med" advTm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64;p24">
            <a:extLst>
              <a:ext uri="{FF2B5EF4-FFF2-40B4-BE49-F238E27FC236}">
                <a16:creationId xmlns:a16="http://schemas.microsoft.com/office/drawing/2014/main" id="{A8D06D92-8A7E-20D8-7712-7FD682F5B3D9}"/>
              </a:ext>
            </a:extLst>
          </p:cNvPr>
          <p:cNvCxnSpPr>
            <a:cxnSpLocks/>
          </p:cNvCxnSpPr>
          <p:nvPr/>
        </p:nvCxnSpPr>
        <p:spPr>
          <a:xfrm>
            <a:off x="822027" y="697401"/>
            <a:ext cx="7341452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121FBE1E-17A1-B311-265C-AF898A88F192}"/>
              </a:ext>
            </a:extLst>
          </p:cNvPr>
          <p:cNvSpPr txBox="1"/>
          <p:nvPr/>
        </p:nvSpPr>
        <p:spPr>
          <a:xfrm>
            <a:off x="2011680" y="195768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" sz="2200" b="1" dirty="0">
                <a:solidFill>
                  <a:schemeClr val="bg1"/>
                </a:solidFill>
              </a:rPr>
              <a:t>Lists in HTML</a:t>
            </a:r>
            <a:endParaRPr lang="en-IN" sz="22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23FCBD-8914-40DF-A345-E4D513CCA6D9}"/>
              </a:ext>
            </a:extLst>
          </p:cNvPr>
          <p:cNvSpPr txBox="1"/>
          <p:nvPr/>
        </p:nvSpPr>
        <p:spPr>
          <a:xfrm>
            <a:off x="822027" y="879676"/>
            <a:ext cx="7731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HTML Lists allows to group the  items together. </a:t>
            </a:r>
            <a:r>
              <a:rPr lang="en-US" sz="1800" dirty="0">
                <a:solidFill>
                  <a:schemeClr val="bg1"/>
                </a:solidFill>
              </a:rPr>
              <a:t>HTML lists were classified into 2 ways.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480592-1CF7-40B3-9C40-5FC43F549D6E}"/>
              </a:ext>
            </a:extLst>
          </p:cNvPr>
          <p:cNvSpPr txBox="1"/>
          <p:nvPr/>
        </p:nvSpPr>
        <p:spPr>
          <a:xfrm>
            <a:off x="890580" y="1650202"/>
            <a:ext cx="790895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B0F0"/>
                </a:solidFill>
              </a:rPr>
              <a:t>Ordered list</a:t>
            </a:r>
          </a:p>
          <a:p>
            <a:r>
              <a:rPr lang="en-IN" dirty="0">
                <a:solidFill>
                  <a:schemeClr val="bg1"/>
                </a:solidFill>
              </a:rPr>
              <a:t>Group of items in a sequential format, also known as number list.</a:t>
            </a:r>
          </a:p>
          <a:p>
            <a:r>
              <a:rPr lang="en-IN" dirty="0">
                <a:solidFill>
                  <a:schemeClr val="bg1"/>
                </a:solidFill>
              </a:rPr>
              <a:t>Tags – </a:t>
            </a:r>
            <a:r>
              <a:rPr lang="en-IN" dirty="0" err="1">
                <a:solidFill>
                  <a:schemeClr val="bg1"/>
                </a:solidFill>
              </a:rPr>
              <a:t>ol</a:t>
            </a:r>
            <a:r>
              <a:rPr lang="en-IN" dirty="0">
                <a:solidFill>
                  <a:schemeClr val="bg1"/>
                </a:solidFill>
              </a:rPr>
              <a:t> , li</a:t>
            </a:r>
          </a:p>
          <a:p>
            <a:r>
              <a:rPr lang="en-IN" dirty="0">
                <a:solidFill>
                  <a:schemeClr val="bg1"/>
                </a:solidFill>
              </a:rPr>
              <a:t>Attributes – type (format of sequence – 1,a,A,I,i), start (starting position - number), reversed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1762EA-C45A-4000-B47B-AB8946A6DEE9}"/>
              </a:ext>
            </a:extLst>
          </p:cNvPr>
          <p:cNvSpPr txBox="1"/>
          <p:nvPr/>
        </p:nvSpPr>
        <p:spPr>
          <a:xfrm>
            <a:off x="890581" y="2850693"/>
            <a:ext cx="633650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B0F0"/>
                </a:solidFill>
              </a:rPr>
              <a:t>Unordered list</a:t>
            </a:r>
          </a:p>
          <a:p>
            <a:r>
              <a:rPr lang="en-US" dirty="0">
                <a:solidFill>
                  <a:schemeClr val="bg1"/>
                </a:solidFill>
              </a:rPr>
              <a:t>Display a set of related items with special symbols, also known as bullet list</a:t>
            </a:r>
          </a:p>
          <a:p>
            <a:r>
              <a:rPr lang="en-US" dirty="0">
                <a:solidFill>
                  <a:schemeClr val="bg1"/>
                </a:solidFill>
              </a:rPr>
              <a:t>Tags – </a:t>
            </a:r>
            <a:r>
              <a:rPr lang="en-US" dirty="0" err="1">
                <a:solidFill>
                  <a:schemeClr val="bg1"/>
                </a:solidFill>
              </a:rPr>
              <a:t>ul,li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Attributes – type (format of sequence – </a:t>
            </a:r>
            <a:r>
              <a:rPr lang="en-US" dirty="0" err="1">
                <a:solidFill>
                  <a:schemeClr val="bg1"/>
                </a:solidFill>
              </a:rPr>
              <a:t>disc,square,circle,none</a:t>
            </a:r>
            <a:r>
              <a:rPr lang="en-US" dirty="0">
                <a:solidFill>
                  <a:schemeClr val="bg1"/>
                </a:solidFill>
              </a:rPr>
              <a:t>)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321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0">
        <p14:ripple/>
      </p:transition>
    </mc:Choice>
    <mc:Fallback xmlns="">
      <p:transition spd="med" advTm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64;p24">
            <a:extLst>
              <a:ext uri="{FF2B5EF4-FFF2-40B4-BE49-F238E27FC236}">
                <a16:creationId xmlns:a16="http://schemas.microsoft.com/office/drawing/2014/main" id="{A8D06D92-8A7E-20D8-7712-7FD682F5B3D9}"/>
              </a:ext>
            </a:extLst>
          </p:cNvPr>
          <p:cNvCxnSpPr>
            <a:cxnSpLocks/>
          </p:cNvCxnSpPr>
          <p:nvPr/>
        </p:nvCxnSpPr>
        <p:spPr>
          <a:xfrm>
            <a:off x="822027" y="697401"/>
            <a:ext cx="7341452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121FBE1E-17A1-B311-265C-AF898A88F192}"/>
              </a:ext>
            </a:extLst>
          </p:cNvPr>
          <p:cNvSpPr txBox="1"/>
          <p:nvPr/>
        </p:nvSpPr>
        <p:spPr>
          <a:xfrm>
            <a:off x="2011680" y="195768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</a:rPr>
              <a:t>Image Tag</a:t>
            </a:r>
            <a:endParaRPr lang="en-IN" sz="22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7BB0CC-5717-4771-92FA-7C8EFB7C4E35}"/>
              </a:ext>
            </a:extLst>
          </p:cNvPr>
          <p:cNvSpPr txBox="1"/>
          <p:nvPr/>
        </p:nvSpPr>
        <p:spPr>
          <a:xfrm>
            <a:off x="671514" y="949445"/>
            <a:ext cx="7872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sz="2000" b="1" dirty="0">
                <a:solidFill>
                  <a:schemeClr val="bg1"/>
                </a:solidFill>
              </a:rPr>
              <a:t>&lt;</a:t>
            </a:r>
            <a:r>
              <a:rPr lang="en-US" sz="2000" b="1" dirty="0" err="1">
                <a:solidFill>
                  <a:schemeClr val="bg1"/>
                </a:solidFill>
              </a:rPr>
              <a:t>img</a:t>
            </a:r>
            <a:r>
              <a:rPr lang="en-US" sz="2000" b="1" dirty="0">
                <a:solidFill>
                  <a:schemeClr val="bg1"/>
                </a:solidFill>
              </a:rPr>
              <a:t>&gt; </a:t>
            </a:r>
            <a:r>
              <a:rPr lang="en-US" dirty="0">
                <a:solidFill>
                  <a:schemeClr val="bg1"/>
                </a:solidFill>
              </a:rPr>
              <a:t>tag is used to embed an image in an HTML page.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806019-3E86-48AE-8DED-049398F386A7}"/>
              </a:ext>
            </a:extLst>
          </p:cNvPr>
          <p:cNvSpPr txBox="1"/>
          <p:nvPr/>
        </p:nvSpPr>
        <p:spPr>
          <a:xfrm>
            <a:off x="621980" y="1640679"/>
            <a:ext cx="78724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The &lt;</a:t>
            </a:r>
            <a:r>
              <a:rPr lang="en-US" sz="1500" dirty="0" err="1">
                <a:solidFill>
                  <a:schemeClr val="bg1"/>
                </a:solidFill>
              </a:rPr>
              <a:t>img</a:t>
            </a:r>
            <a:r>
              <a:rPr lang="en-US" sz="1500" dirty="0">
                <a:solidFill>
                  <a:schemeClr val="bg1"/>
                </a:solidFill>
              </a:rPr>
              <a:t>&gt; tag has two main attributes:</a:t>
            </a:r>
          </a:p>
          <a:p>
            <a:endParaRPr lang="en-US" sz="1500" dirty="0">
              <a:solidFill>
                <a:schemeClr val="bg1"/>
              </a:solidFill>
            </a:endParaRPr>
          </a:p>
          <a:p>
            <a:r>
              <a:rPr lang="en-US" sz="1800" b="1" dirty="0" err="1">
                <a:solidFill>
                  <a:schemeClr val="bg1"/>
                </a:solidFill>
              </a:rPr>
              <a:t>src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500" dirty="0">
                <a:solidFill>
                  <a:schemeClr val="bg1"/>
                </a:solidFill>
              </a:rPr>
              <a:t>- Specifies the path to the image .</a:t>
            </a:r>
          </a:p>
          <a:p>
            <a:endParaRPr lang="en-US" sz="1500" dirty="0">
              <a:solidFill>
                <a:schemeClr val="bg1"/>
              </a:solidFill>
            </a:endParaRPr>
          </a:p>
          <a:p>
            <a:r>
              <a:rPr lang="en-US" sz="1800" b="1" dirty="0">
                <a:solidFill>
                  <a:schemeClr val="bg1"/>
                </a:solidFill>
              </a:rPr>
              <a:t>alt</a:t>
            </a:r>
            <a:r>
              <a:rPr lang="en-US" sz="1500" dirty="0">
                <a:solidFill>
                  <a:schemeClr val="bg1"/>
                </a:solidFill>
              </a:rPr>
              <a:t> - Specifies an alternate text for the image, if the image for some reason cannot be displayed 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0382BF-2BF3-4DD9-8795-3AE19748BA24}"/>
              </a:ext>
            </a:extLst>
          </p:cNvPr>
          <p:cNvSpPr txBox="1"/>
          <p:nvPr/>
        </p:nvSpPr>
        <p:spPr>
          <a:xfrm>
            <a:off x="627888" y="3263175"/>
            <a:ext cx="73420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height &amp; width  </a:t>
            </a:r>
            <a:r>
              <a:rPr lang="en-IN" sz="1600" dirty="0">
                <a:solidFill>
                  <a:schemeClr val="bg1"/>
                </a:solidFill>
              </a:rPr>
              <a:t>these attribute is used to provide height &amp; width for an image .</a:t>
            </a:r>
          </a:p>
        </p:txBody>
      </p:sp>
    </p:spTree>
    <p:extLst>
      <p:ext uri="{BB962C8B-B14F-4D97-AF65-F5344CB8AC3E}">
        <p14:creationId xmlns:p14="http://schemas.microsoft.com/office/powerpoint/2010/main" val="2117972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0">
        <p14:ripple/>
      </p:transition>
    </mc:Choice>
    <mc:Fallback xmlns="">
      <p:transition spd="med" advTm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64;p24">
            <a:extLst>
              <a:ext uri="{FF2B5EF4-FFF2-40B4-BE49-F238E27FC236}">
                <a16:creationId xmlns:a16="http://schemas.microsoft.com/office/drawing/2014/main" id="{A8D06D92-8A7E-20D8-7712-7FD682F5B3D9}"/>
              </a:ext>
            </a:extLst>
          </p:cNvPr>
          <p:cNvCxnSpPr>
            <a:cxnSpLocks/>
          </p:cNvCxnSpPr>
          <p:nvPr/>
        </p:nvCxnSpPr>
        <p:spPr>
          <a:xfrm>
            <a:off x="822027" y="697401"/>
            <a:ext cx="7341452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121FBE1E-17A1-B311-265C-AF898A88F192}"/>
              </a:ext>
            </a:extLst>
          </p:cNvPr>
          <p:cNvSpPr txBox="1"/>
          <p:nvPr/>
        </p:nvSpPr>
        <p:spPr>
          <a:xfrm>
            <a:off x="2011680" y="195768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" sz="2200" b="1" dirty="0">
                <a:solidFill>
                  <a:schemeClr val="bg1"/>
                </a:solidFill>
              </a:rPr>
              <a:t>Anchor tag and hyperLink </a:t>
            </a:r>
            <a:endParaRPr lang="en-IN" sz="22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7BB0CC-5717-4771-92FA-7C8EFB7C4E35}"/>
              </a:ext>
            </a:extLst>
          </p:cNvPr>
          <p:cNvSpPr txBox="1"/>
          <p:nvPr/>
        </p:nvSpPr>
        <p:spPr>
          <a:xfrm>
            <a:off x="621506" y="1085846"/>
            <a:ext cx="787241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Anchor tag </a:t>
            </a:r>
            <a:r>
              <a:rPr lang="en-US" dirty="0">
                <a:solidFill>
                  <a:schemeClr val="bg1"/>
                </a:solidFill>
              </a:rPr>
              <a:t>helps us to navigate from one web page to another webpage , and within the same page also . By using anchor tags, we can create hyperlinks in a webpage 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656235-C690-4CC4-B23E-64CD35DEE3FA}"/>
              </a:ext>
            </a:extLst>
          </p:cNvPr>
          <p:cNvSpPr txBox="1"/>
          <p:nvPr/>
        </p:nvSpPr>
        <p:spPr>
          <a:xfrm>
            <a:off x="571989" y="2807498"/>
            <a:ext cx="8125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1800" b="1" dirty="0">
                <a:solidFill>
                  <a:schemeClr val="bg1"/>
                </a:solidFill>
              </a:rPr>
              <a:t>Hyperlink</a:t>
            </a:r>
            <a:r>
              <a:rPr lang="en-US" dirty="0">
                <a:solidFill>
                  <a:schemeClr val="bg1"/>
                </a:solidFill>
              </a:rPr>
              <a:t> is a clickable link in a digital document or webpage that takes you to another location.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453A7A-F37C-45BD-A95A-D797A1B79EC7}"/>
              </a:ext>
            </a:extLst>
          </p:cNvPr>
          <p:cNvSpPr txBox="1"/>
          <p:nvPr/>
        </p:nvSpPr>
        <p:spPr>
          <a:xfrm>
            <a:off x="621506" y="3561880"/>
            <a:ext cx="47363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 </a:t>
            </a:r>
            <a:r>
              <a:rPr lang="en-US" sz="1600" b="1" dirty="0">
                <a:solidFill>
                  <a:srgbClr val="00B0F0"/>
                </a:solidFill>
              </a:rPr>
              <a:t>unvisited</a:t>
            </a:r>
            <a:r>
              <a:rPr lang="en-US" dirty="0">
                <a:solidFill>
                  <a:schemeClr val="bg1"/>
                </a:solidFill>
              </a:rPr>
              <a:t> link is underlined and blue.</a:t>
            </a:r>
          </a:p>
          <a:p>
            <a:r>
              <a:rPr lang="en-US" dirty="0">
                <a:solidFill>
                  <a:schemeClr val="bg1"/>
                </a:solidFill>
              </a:rPr>
              <a:t>A </a:t>
            </a:r>
            <a:r>
              <a:rPr lang="en-US" sz="1600" b="1" dirty="0">
                <a:solidFill>
                  <a:srgbClr val="7030A0"/>
                </a:solidFill>
              </a:rPr>
              <a:t>visited</a:t>
            </a:r>
            <a:r>
              <a:rPr lang="en-US" dirty="0">
                <a:solidFill>
                  <a:schemeClr val="bg1"/>
                </a:solidFill>
              </a:rPr>
              <a:t> link is underlined and purple.</a:t>
            </a:r>
          </a:p>
          <a:p>
            <a:r>
              <a:rPr lang="en-US" dirty="0">
                <a:solidFill>
                  <a:schemeClr val="bg1"/>
                </a:solidFill>
              </a:rPr>
              <a:t>An </a:t>
            </a:r>
            <a:r>
              <a:rPr lang="en-US" sz="1600" b="1" dirty="0">
                <a:solidFill>
                  <a:srgbClr val="FF0000"/>
                </a:solidFill>
              </a:rPr>
              <a:t>active</a:t>
            </a:r>
            <a:r>
              <a:rPr lang="en-US" dirty="0">
                <a:solidFill>
                  <a:schemeClr val="bg1"/>
                </a:solidFill>
              </a:rPr>
              <a:t> link is underlined and red.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2D019C-98BC-4179-81AA-E0C051C25639}"/>
              </a:ext>
            </a:extLst>
          </p:cNvPr>
          <p:cNvSpPr txBox="1"/>
          <p:nvPr/>
        </p:nvSpPr>
        <p:spPr>
          <a:xfrm>
            <a:off x="629142" y="1971675"/>
            <a:ext cx="7200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Whatever content you place inside an anchor (&lt;a&gt;) tag becomes a clickable hyperlink. This content can be text, images, or even other HTML elements.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8355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0">
        <p14:ripple/>
      </p:transition>
    </mc:Choice>
    <mc:Fallback xmlns="">
      <p:transition spd="med" advTm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64;p24">
            <a:extLst>
              <a:ext uri="{FF2B5EF4-FFF2-40B4-BE49-F238E27FC236}">
                <a16:creationId xmlns:a16="http://schemas.microsoft.com/office/drawing/2014/main" id="{A8D06D92-8A7E-20D8-7712-7FD682F5B3D9}"/>
              </a:ext>
            </a:extLst>
          </p:cNvPr>
          <p:cNvCxnSpPr>
            <a:cxnSpLocks/>
          </p:cNvCxnSpPr>
          <p:nvPr/>
        </p:nvCxnSpPr>
        <p:spPr>
          <a:xfrm>
            <a:off x="822027" y="697401"/>
            <a:ext cx="7341452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121FBE1E-17A1-B311-265C-AF898A88F192}"/>
              </a:ext>
            </a:extLst>
          </p:cNvPr>
          <p:cNvSpPr txBox="1"/>
          <p:nvPr/>
        </p:nvSpPr>
        <p:spPr>
          <a:xfrm>
            <a:off x="2011680" y="195768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" sz="2200" b="1" dirty="0">
                <a:solidFill>
                  <a:schemeClr val="bg1"/>
                </a:solidFill>
              </a:rPr>
              <a:t>Attributes of Anchor tag </a:t>
            </a:r>
            <a:endParaRPr lang="en-IN" sz="22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7BB0CC-5717-4771-92FA-7C8EFB7C4E35}"/>
              </a:ext>
            </a:extLst>
          </p:cNvPr>
          <p:cNvSpPr txBox="1"/>
          <p:nvPr/>
        </p:nvSpPr>
        <p:spPr>
          <a:xfrm>
            <a:off x="671514" y="1028693"/>
            <a:ext cx="78724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 err="1">
                <a:solidFill>
                  <a:schemeClr val="bg1"/>
                </a:solidFill>
              </a:rPr>
              <a:t>href</a:t>
            </a:r>
            <a:r>
              <a:rPr lang="en-US" sz="1500" b="1" dirty="0">
                <a:solidFill>
                  <a:schemeClr val="bg1"/>
                </a:solidFill>
              </a:rPr>
              <a:t> 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Hyperlink </a:t>
            </a:r>
            <a:r>
              <a:rPr lang="en-US" dirty="0" err="1">
                <a:solidFill>
                  <a:schemeClr val="bg1"/>
                </a:solidFill>
              </a:rPr>
              <a:t>refrence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href</a:t>
            </a:r>
            <a:r>
              <a:rPr lang="en-US" dirty="0">
                <a:solidFill>
                  <a:schemeClr val="bg1"/>
                </a:solidFill>
              </a:rPr>
              <a:t>=“</a:t>
            </a:r>
            <a:r>
              <a:rPr lang="en-US" dirty="0" err="1">
                <a:solidFill>
                  <a:schemeClr val="bg1"/>
                </a:solidFill>
              </a:rPr>
              <a:t>url</a:t>
            </a:r>
            <a:r>
              <a:rPr lang="en-US" dirty="0">
                <a:solidFill>
                  <a:schemeClr val="bg1"/>
                </a:solidFill>
              </a:rPr>
              <a:t>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C688BF-96A9-4E0E-A383-75CDE7EFF178}"/>
              </a:ext>
            </a:extLst>
          </p:cNvPr>
          <p:cNvSpPr txBox="1"/>
          <p:nvPr/>
        </p:nvSpPr>
        <p:spPr>
          <a:xfrm>
            <a:off x="671514" y="2016887"/>
            <a:ext cx="78724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Target : </a:t>
            </a:r>
            <a:r>
              <a:rPr lang="en-US" dirty="0">
                <a:solidFill>
                  <a:schemeClr val="bg1"/>
                </a:solidFill>
              </a:rPr>
              <a:t> The target attribute in an anchor (&lt;a&gt;) tag specifies where to open the linked document or webpage when the hyperlink is clicked. </a:t>
            </a:r>
          </a:p>
          <a:p>
            <a:r>
              <a:rPr lang="en-US" dirty="0">
                <a:solidFill>
                  <a:schemeClr val="bg1"/>
                </a:solidFill>
              </a:rPr>
              <a:t>Values (_blank { open is new tab </a:t>
            </a:r>
            <a:r>
              <a:rPr lang="en-US" sz="1800" dirty="0">
                <a:solidFill>
                  <a:schemeClr val="bg1"/>
                </a:solidFill>
              </a:rPr>
              <a:t>}</a:t>
            </a:r>
            <a:r>
              <a:rPr lang="en-US" dirty="0">
                <a:solidFill>
                  <a:schemeClr val="bg1"/>
                </a:solidFill>
              </a:rPr>
              <a:t> , _self { open in the same tab } )</a:t>
            </a:r>
          </a:p>
        </p:txBody>
      </p:sp>
    </p:spTree>
    <p:extLst>
      <p:ext uri="{BB962C8B-B14F-4D97-AF65-F5344CB8AC3E}">
        <p14:creationId xmlns:p14="http://schemas.microsoft.com/office/powerpoint/2010/main" val="204449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0">
        <p14:ripple/>
      </p:transition>
    </mc:Choice>
    <mc:Fallback xmlns="">
      <p:transition spd="med" advTm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64;p24">
            <a:extLst>
              <a:ext uri="{FF2B5EF4-FFF2-40B4-BE49-F238E27FC236}">
                <a16:creationId xmlns:a16="http://schemas.microsoft.com/office/drawing/2014/main" id="{A8D06D92-8A7E-20D8-7712-7FD682F5B3D9}"/>
              </a:ext>
            </a:extLst>
          </p:cNvPr>
          <p:cNvCxnSpPr>
            <a:cxnSpLocks/>
          </p:cNvCxnSpPr>
          <p:nvPr/>
        </p:nvCxnSpPr>
        <p:spPr>
          <a:xfrm>
            <a:off x="822027" y="697401"/>
            <a:ext cx="7341452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121FBE1E-17A1-B311-265C-AF898A88F192}"/>
              </a:ext>
            </a:extLst>
          </p:cNvPr>
          <p:cNvSpPr txBox="1"/>
          <p:nvPr/>
        </p:nvSpPr>
        <p:spPr>
          <a:xfrm>
            <a:off x="2011680" y="195768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" sz="2200" b="1" dirty="0">
                <a:solidFill>
                  <a:schemeClr val="bg1"/>
                </a:solidFill>
              </a:rPr>
              <a:t>Tables in HTML</a:t>
            </a:r>
            <a:endParaRPr lang="en-IN" sz="22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23FCBD-8914-40DF-A345-E4D513CCA6D9}"/>
              </a:ext>
            </a:extLst>
          </p:cNvPr>
          <p:cNvSpPr txBox="1"/>
          <p:nvPr/>
        </p:nvSpPr>
        <p:spPr>
          <a:xfrm>
            <a:off x="822027" y="879676"/>
            <a:ext cx="77316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HTML Tables allow us to store the data in the form of rows and columns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480592-1CF7-40B3-9C40-5FC43F549D6E}"/>
              </a:ext>
            </a:extLst>
          </p:cNvPr>
          <p:cNvSpPr txBox="1"/>
          <p:nvPr/>
        </p:nvSpPr>
        <p:spPr>
          <a:xfrm>
            <a:off x="890580" y="1400504"/>
            <a:ext cx="790895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B0F0"/>
                </a:solidFill>
              </a:rPr>
              <a:t>Tags 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table - table creation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bg1"/>
                </a:solidFill>
              </a:rPr>
              <a:t>th</a:t>
            </a:r>
            <a:r>
              <a:rPr lang="en-IN" dirty="0">
                <a:solidFill>
                  <a:schemeClr val="bg1"/>
                </a:solidFill>
              </a:rPr>
              <a:t> – table heading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tr – table row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td – table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803FF7-8D7A-42C8-9087-A727ADA5B9F5}"/>
              </a:ext>
            </a:extLst>
          </p:cNvPr>
          <p:cNvSpPr txBox="1"/>
          <p:nvPr/>
        </p:nvSpPr>
        <p:spPr>
          <a:xfrm>
            <a:off x="822027" y="2844662"/>
            <a:ext cx="633650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B0F0"/>
                </a:solidFill>
              </a:rPr>
              <a:t>Attributes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border – to get border to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bg1"/>
                </a:solidFill>
              </a:rPr>
              <a:t>rowspan</a:t>
            </a:r>
            <a:r>
              <a:rPr lang="en-IN" dirty="0">
                <a:solidFill>
                  <a:schemeClr val="bg1"/>
                </a:solidFill>
              </a:rPr>
              <a:t> – merge cells over rows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bg1"/>
                </a:solidFill>
              </a:rPr>
              <a:t>colspan</a:t>
            </a:r>
            <a:r>
              <a:rPr lang="en-IN" dirty="0">
                <a:solidFill>
                  <a:schemeClr val="bg1"/>
                </a:solidFill>
              </a:rPr>
              <a:t> – merge cells over columns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17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0">
        <p14:ripple/>
      </p:transition>
    </mc:Choice>
    <mc:Fallback xmlns="">
      <p:transition spd="med" advTm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64;p24">
            <a:extLst>
              <a:ext uri="{FF2B5EF4-FFF2-40B4-BE49-F238E27FC236}">
                <a16:creationId xmlns:a16="http://schemas.microsoft.com/office/drawing/2014/main" id="{A8D06D92-8A7E-20D8-7712-7FD682F5B3D9}"/>
              </a:ext>
            </a:extLst>
          </p:cNvPr>
          <p:cNvCxnSpPr>
            <a:cxnSpLocks/>
          </p:cNvCxnSpPr>
          <p:nvPr/>
        </p:nvCxnSpPr>
        <p:spPr>
          <a:xfrm>
            <a:off x="822027" y="1383205"/>
            <a:ext cx="7341452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121FBE1E-17A1-B311-265C-AF898A88F192}"/>
              </a:ext>
            </a:extLst>
          </p:cNvPr>
          <p:cNvSpPr txBox="1"/>
          <p:nvPr/>
        </p:nvSpPr>
        <p:spPr>
          <a:xfrm>
            <a:off x="1904523" y="810142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" sz="2000" b="1" dirty="0">
                <a:solidFill>
                  <a:schemeClr val="bg1">
                    <a:lumMod val="75000"/>
                  </a:schemeClr>
                </a:solidFill>
              </a:rPr>
              <a:t>What is Form ?</a:t>
            </a:r>
            <a:endParaRPr lang="en-IN" sz="20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9A628F-F357-3DE1-7B8F-E715A3F09090}"/>
              </a:ext>
            </a:extLst>
          </p:cNvPr>
          <p:cNvSpPr txBox="1"/>
          <p:nvPr/>
        </p:nvSpPr>
        <p:spPr>
          <a:xfrm>
            <a:off x="1035844" y="2057404"/>
            <a:ext cx="6707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"HTML forms are used to collect input or data from users and send it to a server for further processing."</a:t>
            </a:r>
            <a:endParaRPr lang="en-IN" sz="20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1677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0">
        <p14:ripple/>
      </p:transition>
    </mc:Choice>
    <mc:Fallback xmlns="">
      <p:transition spd="med" advTm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64;p24">
            <a:extLst>
              <a:ext uri="{FF2B5EF4-FFF2-40B4-BE49-F238E27FC236}">
                <a16:creationId xmlns:a16="http://schemas.microsoft.com/office/drawing/2014/main" id="{A8D06D92-8A7E-20D8-7712-7FD682F5B3D9}"/>
              </a:ext>
            </a:extLst>
          </p:cNvPr>
          <p:cNvCxnSpPr>
            <a:cxnSpLocks/>
          </p:cNvCxnSpPr>
          <p:nvPr/>
        </p:nvCxnSpPr>
        <p:spPr>
          <a:xfrm>
            <a:off x="822027" y="754551"/>
            <a:ext cx="7341452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121FBE1E-17A1-B311-265C-AF898A88F192}"/>
              </a:ext>
            </a:extLst>
          </p:cNvPr>
          <p:cNvSpPr txBox="1"/>
          <p:nvPr/>
        </p:nvSpPr>
        <p:spPr>
          <a:xfrm>
            <a:off x="1904523" y="152912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" sz="2000" b="1" dirty="0">
                <a:solidFill>
                  <a:schemeClr val="bg1">
                    <a:lumMod val="75000"/>
                  </a:schemeClr>
                </a:solidFill>
              </a:rPr>
              <a:t>What are Form Elements ?</a:t>
            </a:r>
            <a:endParaRPr lang="en-IN" sz="20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E9F811-C222-646C-242B-D67430720D26}"/>
              </a:ext>
            </a:extLst>
          </p:cNvPr>
          <p:cNvSpPr txBox="1"/>
          <p:nvPr/>
        </p:nvSpPr>
        <p:spPr>
          <a:xfrm>
            <a:off x="928689" y="778663"/>
            <a:ext cx="68722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>
                <a:solidFill>
                  <a:schemeClr val="accent6"/>
                </a:solidFill>
              </a:rPr>
              <a:t>Form elements are the components within an HTML form that allow users to enter and submit data.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8D0E45-F6D5-4B86-912E-8C81284496D7}"/>
              </a:ext>
            </a:extLst>
          </p:cNvPr>
          <p:cNvSpPr txBox="1"/>
          <p:nvPr/>
        </p:nvSpPr>
        <p:spPr>
          <a:xfrm>
            <a:off x="928689" y="1700211"/>
            <a:ext cx="68722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B0F0"/>
                </a:solidFill>
              </a:rPr>
              <a:t>&lt;input&gt;</a:t>
            </a:r>
            <a:r>
              <a:rPr lang="en-IN" sz="1600" b="1" dirty="0">
                <a:solidFill>
                  <a:srgbClr val="00B0F0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tag is used to create a field where users can enter data, like text, numbers, or passwords, on a web page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F0073B-9111-4C42-AE8E-A97AF9411A98}"/>
              </a:ext>
            </a:extLst>
          </p:cNvPr>
          <p:cNvSpPr txBox="1"/>
          <p:nvPr/>
        </p:nvSpPr>
        <p:spPr>
          <a:xfrm>
            <a:off x="938212" y="2381245"/>
            <a:ext cx="68722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B0F0"/>
                </a:solidFill>
              </a:rPr>
              <a:t>&lt;label&gt;</a:t>
            </a:r>
            <a:r>
              <a:rPr lang="en-IN" sz="1600" b="1" dirty="0">
                <a:solidFill>
                  <a:srgbClr val="00B0F0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tag in HTML is used to define a caption or name for an input element  It helps users to understand what information they should enter.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2AA942-FA3E-46DD-BFCF-E65C92C8FC3B}"/>
              </a:ext>
            </a:extLst>
          </p:cNvPr>
          <p:cNvSpPr txBox="1"/>
          <p:nvPr/>
        </p:nvSpPr>
        <p:spPr>
          <a:xfrm>
            <a:off x="954879" y="3090863"/>
            <a:ext cx="68722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B0F0"/>
                </a:solidFill>
              </a:rPr>
              <a:t>&lt;Select&gt;</a:t>
            </a:r>
            <a:r>
              <a:rPr lang="en-IN" sz="1600" b="1" dirty="0">
                <a:solidFill>
                  <a:srgbClr val="00B0F0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tag in HTML is used to create a dropdown menu where users can choose one or more options from a list.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2BACD0-BC8E-4117-81A4-F4E728319B6A}"/>
              </a:ext>
            </a:extLst>
          </p:cNvPr>
          <p:cNvSpPr txBox="1"/>
          <p:nvPr/>
        </p:nvSpPr>
        <p:spPr>
          <a:xfrm>
            <a:off x="950113" y="3800485"/>
            <a:ext cx="68722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&lt;</a:t>
            </a:r>
            <a:r>
              <a:rPr lang="en-US" sz="1600" b="1" dirty="0" err="1">
                <a:solidFill>
                  <a:srgbClr val="00B0F0"/>
                </a:solidFill>
              </a:rPr>
              <a:t>textarea</a:t>
            </a:r>
            <a:r>
              <a:rPr lang="en-US" sz="1600" b="1" dirty="0">
                <a:solidFill>
                  <a:schemeClr val="bg1"/>
                </a:solidFill>
              </a:rPr>
              <a:t>&gt;</a:t>
            </a:r>
            <a:r>
              <a:rPr lang="en-IN" sz="1600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tag in HTML is used to create a large text box where users can enter multiple lines of text, like for writing a comment or message.</a:t>
            </a:r>
          </a:p>
        </p:txBody>
      </p:sp>
    </p:spTree>
    <p:extLst>
      <p:ext uri="{BB962C8B-B14F-4D97-AF65-F5344CB8AC3E}">
        <p14:creationId xmlns:p14="http://schemas.microsoft.com/office/powerpoint/2010/main" val="326297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0">
        <p14:ripple/>
      </p:transition>
    </mc:Choice>
    <mc:Fallback xmlns="">
      <p:transition spd="med" advTm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64;p24">
            <a:extLst>
              <a:ext uri="{FF2B5EF4-FFF2-40B4-BE49-F238E27FC236}">
                <a16:creationId xmlns:a16="http://schemas.microsoft.com/office/drawing/2014/main" id="{A8D06D92-8A7E-20D8-7712-7FD682F5B3D9}"/>
              </a:ext>
            </a:extLst>
          </p:cNvPr>
          <p:cNvCxnSpPr>
            <a:cxnSpLocks/>
          </p:cNvCxnSpPr>
          <p:nvPr/>
        </p:nvCxnSpPr>
        <p:spPr>
          <a:xfrm>
            <a:off x="822027" y="754551"/>
            <a:ext cx="7341452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121FBE1E-17A1-B311-265C-AF898A88F192}"/>
              </a:ext>
            </a:extLst>
          </p:cNvPr>
          <p:cNvSpPr txBox="1"/>
          <p:nvPr/>
        </p:nvSpPr>
        <p:spPr>
          <a:xfrm>
            <a:off x="1904523" y="152912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" sz="2000" b="1" dirty="0">
                <a:solidFill>
                  <a:schemeClr val="bg1">
                    <a:lumMod val="75000"/>
                  </a:schemeClr>
                </a:solidFill>
              </a:rPr>
              <a:t>What are Form Elements ?</a:t>
            </a:r>
            <a:endParaRPr lang="en-IN" sz="20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8D0E45-F6D5-4B86-912E-8C81284496D7}"/>
              </a:ext>
            </a:extLst>
          </p:cNvPr>
          <p:cNvSpPr txBox="1"/>
          <p:nvPr/>
        </p:nvSpPr>
        <p:spPr>
          <a:xfrm>
            <a:off x="928689" y="892958"/>
            <a:ext cx="68722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B0F0"/>
                </a:solidFill>
              </a:rPr>
              <a:t>&lt;button&gt;</a:t>
            </a:r>
            <a:r>
              <a:rPr lang="en-IN" sz="1600" b="1" dirty="0">
                <a:solidFill>
                  <a:srgbClr val="00B0F0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tag in HTML creates a clickable button on a web page. When clicked, it can perform actions like submitting a form or triggering a script.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F0073B-9111-4C42-AE8E-A97AF9411A98}"/>
              </a:ext>
            </a:extLst>
          </p:cNvPr>
          <p:cNvSpPr txBox="1"/>
          <p:nvPr/>
        </p:nvSpPr>
        <p:spPr>
          <a:xfrm>
            <a:off x="902494" y="1552560"/>
            <a:ext cx="68722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B0F0"/>
                </a:solidFill>
              </a:rPr>
              <a:t>&lt;</a:t>
            </a:r>
            <a:r>
              <a:rPr lang="en-US" sz="1600" b="1" dirty="0" err="1">
                <a:solidFill>
                  <a:srgbClr val="00B0F0"/>
                </a:solidFill>
              </a:rPr>
              <a:t>fieldset</a:t>
            </a:r>
            <a:r>
              <a:rPr lang="en-US" sz="1600" b="1" dirty="0">
                <a:solidFill>
                  <a:srgbClr val="00B0F0"/>
                </a:solidFill>
              </a:rPr>
              <a:t>&gt;</a:t>
            </a:r>
            <a:r>
              <a:rPr lang="en-IN" sz="1600" b="1" dirty="0">
                <a:solidFill>
                  <a:srgbClr val="00B0F0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tag in HTML is used to group related elements, like input fields, within a form. It helps organize the form and often includes a caption using the &lt;legend&gt; tag.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2AA942-FA3E-46DD-BFCF-E65C92C8FC3B}"/>
              </a:ext>
            </a:extLst>
          </p:cNvPr>
          <p:cNvSpPr txBox="1"/>
          <p:nvPr/>
        </p:nvSpPr>
        <p:spPr>
          <a:xfrm>
            <a:off x="928689" y="2212162"/>
            <a:ext cx="68722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B0F0"/>
                </a:solidFill>
              </a:rPr>
              <a:t>&lt;legend&gt;</a:t>
            </a:r>
            <a:r>
              <a:rPr lang="en-IN" sz="1600" b="1" dirty="0">
                <a:solidFill>
                  <a:srgbClr val="00B0F0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tag in HTML is used to provide a title or caption for a &lt;</a:t>
            </a:r>
            <a:r>
              <a:rPr lang="en-US" dirty="0" err="1">
                <a:solidFill>
                  <a:schemeClr val="bg1"/>
                </a:solidFill>
              </a:rPr>
              <a:t>fieldset</a:t>
            </a:r>
            <a:r>
              <a:rPr lang="en-US" dirty="0">
                <a:solidFill>
                  <a:schemeClr val="bg1"/>
                </a:solidFill>
              </a:rPr>
              <a:t>&gt;. It helps describe what the grouped form elements are about..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8DB62F-BC6C-4ADF-9406-A56DD286BD99}"/>
              </a:ext>
            </a:extLst>
          </p:cNvPr>
          <p:cNvSpPr txBox="1"/>
          <p:nvPr/>
        </p:nvSpPr>
        <p:spPr>
          <a:xfrm>
            <a:off x="902494" y="2836076"/>
            <a:ext cx="687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&lt;</a:t>
            </a:r>
            <a:r>
              <a:rPr lang="en-US" sz="1600" b="1" dirty="0">
                <a:solidFill>
                  <a:srgbClr val="00B0F0"/>
                </a:solidFill>
              </a:rPr>
              <a:t>option</a:t>
            </a:r>
            <a:r>
              <a:rPr lang="en-US" sz="1600" b="1" dirty="0">
                <a:solidFill>
                  <a:schemeClr val="bg1"/>
                </a:solidFill>
              </a:rPr>
              <a:t>&gt;</a:t>
            </a:r>
            <a:r>
              <a:rPr lang="en-IN" sz="1600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tag in HTML is used to provide the select options in the drop down list .</a:t>
            </a:r>
          </a:p>
        </p:txBody>
      </p:sp>
    </p:spTree>
    <p:extLst>
      <p:ext uri="{BB962C8B-B14F-4D97-AF65-F5344CB8AC3E}">
        <p14:creationId xmlns:p14="http://schemas.microsoft.com/office/powerpoint/2010/main" val="3595968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0">
        <p14:ripple/>
      </p:transition>
    </mc:Choice>
    <mc:Fallback xmlns="">
      <p:transition spd="med" advTm="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64;p24">
            <a:extLst>
              <a:ext uri="{FF2B5EF4-FFF2-40B4-BE49-F238E27FC236}">
                <a16:creationId xmlns:a16="http://schemas.microsoft.com/office/drawing/2014/main" id="{A8D06D92-8A7E-20D8-7712-7FD682F5B3D9}"/>
              </a:ext>
            </a:extLst>
          </p:cNvPr>
          <p:cNvCxnSpPr>
            <a:cxnSpLocks/>
          </p:cNvCxnSpPr>
          <p:nvPr/>
        </p:nvCxnSpPr>
        <p:spPr>
          <a:xfrm>
            <a:off x="822027" y="754551"/>
            <a:ext cx="7341452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121FBE1E-17A1-B311-265C-AF898A88F192}"/>
              </a:ext>
            </a:extLst>
          </p:cNvPr>
          <p:cNvSpPr txBox="1"/>
          <p:nvPr/>
        </p:nvSpPr>
        <p:spPr>
          <a:xfrm>
            <a:off x="1904523" y="152912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" sz="2000" b="1" dirty="0">
                <a:solidFill>
                  <a:schemeClr val="bg1">
                    <a:lumMod val="75000"/>
                  </a:schemeClr>
                </a:solidFill>
              </a:rPr>
              <a:t>What is HTML Input and its types ?</a:t>
            </a:r>
            <a:endParaRPr lang="en-IN" sz="20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157FF2E-895A-D45C-2CF7-28018B9B0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4" y="913783"/>
            <a:ext cx="84582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"HTML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 Unicode MS"/>
              </a:rPr>
              <a:t>&lt;input&gt;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</a:rPr>
              <a:t> is an unpaired tag used to accept different types of input from a user. The type of input is specified by the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 Unicode MS"/>
              </a:rPr>
              <a:t>type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</a:rPr>
              <a:t> attribute, which can have various values such as text, email, password, date, and more."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B18FC4-BF61-3769-95B4-9BF1DFB84B61}"/>
              </a:ext>
            </a:extLst>
          </p:cNvPr>
          <p:cNvSpPr txBox="1"/>
          <p:nvPr/>
        </p:nvSpPr>
        <p:spPr>
          <a:xfrm>
            <a:off x="721517" y="2035966"/>
            <a:ext cx="39147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&lt;input type="</a:t>
            </a:r>
            <a:r>
              <a:rPr lang="en-IN" sz="1600" b="1" dirty="0">
                <a:solidFill>
                  <a:srgbClr val="00B0F0"/>
                </a:solidFill>
              </a:rPr>
              <a:t>button</a:t>
            </a:r>
            <a:r>
              <a:rPr lang="en-IN" sz="1600" dirty="0">
                <a:solidFill>
                  <a:schemeClr val="accent6"/>
                </a:solidFill>
              </a:rPr>
              <a:t>"&gt;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&lt;input type="</a:t>
            </a:r>
            <a:r>
              <a:rPr lang="en-IN" sz="1600" b="1" dirty="0">
                <a:solidFill>
                  <a:srgbClr val="00B0F0"/>
                </a:solidFill>
              </a:rPr>
              <a:t>checkbox</a:t>
            </a:r>
            <a:r>
              <a:rPr lang="en-IN" sz="1600" dirty="0">
                <a:solidFill>
                  <a:schemeClr val="accent6"/>
                </a:solidFill>
              </a:rPr>
              <a:t>"&gt;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&lt;input type="</a:t>
            </a:r>
            <a:r>
              <a:rPr lang="en-IN" sz="1600" b="1" dirty="0">
                <a:solidFill>
                  <a:srgbClr val="00B0F0"/>
                </a:solidFill>
              </a:rPr>
              <a:t>date</a:t>
            </a:r>
            <a:r>
              <a:rPr lang="en-IN" sz="1600" dirty="0">
                <a:solidFill>
                  <a:schemeClr val="accent6"/>
                </a:solidFill>
              </a:rPr>
              <a:t>"&gt;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&lt;input type="</a:t>
            </a:r>
            <a:r>
              <a:rPr lang="en-IN" sz="1600" b="1" dirty="0">
                <a:solidFill>
                  <a:srgbClr val="00B0F0"/>
                </a:solidFill>
              </a:rPr>
              <a:t>email</a:t>
            </a:r>
            <a:r>
              <a:rPr lang="en-IN" sz="1600" dirty="0">
                <a:solidFill>
                  <a:schemeClr val="accent6"/>
                </a:solidFill>
              </a:rPr>
              <a:t>"&gt;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&lt;input type="</a:t>
            </a:r>
            <a:r>
              <a:rPr lang="en-IN" sz="1600" b="1" dirty="0">
                <a:solidFill>
                  <a:srgbClr val="00B0F0"/>
                </a:solidFill>
              </a:rPr>
              <a:t>file</a:t>
            </a:r>
            <a:r>
              <a:rPr lang="en-IN" sz="1600" dirty="0">
                <a:solidFill>
                  <a:schemeClr val="accent6"/>
                </a:solidFill>
              </a:rPr>
              <a:t>"&gt;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&lt;input type="</a:t>
            </a:r>
            <a:r>
              <a:rPr lang="en-IN" sz="1600" b="1" dirty="0">
                <a:solidFill>
                  <a:srgbClr val="00B0F0"/>
                </a:solidFill>
              </a:rPr>
              <a:t>number</a:t>
            </a:r>
            <a:r>
              <a:rPr lang="en-IN" sz="1600" dirty="0">
                <a:solidFill>
                  <a:schemeClr val="accent6"/>
                </a:solidFill>
              </a:rPr>
              <a:t>"&gt;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&lt;input type="</a:t>
            </a:r>
            <a:r>
              <a:rPr lang="en-IN" sz="1600" b="1" dirty="0">
                <a:solidFill>
                  <a:srgbClr val="00B0F0"/>
                </a:solidFill>
              </a:rPr>
              <a:t>password</a:t>
            </a:r>
            <a:r>
              <a:rPr lang="en-IN" sz="1600" dirty="0">
                <a:solidFill>
                  <a:schemeClr val="accent6"/>
                </a:solidFill>
              </a:rPr>
              <a:t>"&gt;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&lt;input type="</a:t>
            </a:r>
            <a:r>
              <a:rPr lang="en-IN" sz="1600" b="1" dirty="0">
                <a:solidFill>
                  <a:srgbClr val="00B0F0"/>
                </a:solidFill>
              </a:rPr>
              <a:t>radio</a:t>
            </a:r>
            <a:r>
              <a:rPr lang="en-IN" sz="1600" dirty="0">
                <a:solidFill>
                  <a:schemeClr val="accent6"/>
                </a:solidFill>
              </a:rPr>
              <a:t>"&gt;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&lt;input type="</a:t>
            </a:r>
            <a:r>
              <a:rPr lang="en-IN" sz="1600" b="1" dirty="0">
                <a:solidFill>
                  <a:srgbClr val="00B0F0"/>
                </a:solidFill>
              </a:rPr>
              <a:t>submit</a:t>
            </a:r>
            <a:r>
              <a:rPr lang="en-IN" sz="1600" dirty="0">
                <a:solidFill>
                  <a:schemeClr val="accent6"/>
                </a:solidFill>
              </a:rPr>
              <a:t>"&gt;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&lt;input type=“</a:t>
            </a:r>
            <a:r>
              <a:rPr lang="en-IN" sz="1600" b="1" dirty="0">
                <a:solidFill>
                  <a:srgbClr val="00B0F0"/>
                </a:solidFill>
              </a:rPr>
              <a:t>text</a:t>
            </a:r>
            <a:r>
              <a:rPr lang="en-IN" sz="1600" dirty="0">
                <a:solidFill>
                  <a:schemeClr val="accent6"/>
                </a:solidFill>
              </a:rPr>
              <a:t>"&gt;</a:t>
            </a:r>
          </a:p>
          <a:p>
            <a:endParaRPr lang="en-IN" sz="1600" dirty="0">
              <a:solidFill>
                <a:schemeClr val="accent6"/>
              </a:solidFill>
            </a:endParaRPr>
          </a:p>
          <a:p>
            <a:endParaRPr lang="en-IN" sz="1600" dirty="0">
              <a:solidFill>
                <a:schemeClr val="accent6"/>
              </a:solidFill>
            </a:endParaRPr>
          </a:p>
          <a:p>
            <a:endParaRPr lang="en-IN" sz="1600" dirty="0">
              <a:solidFill>
                <a:schemeClr val="accent6"/>
              </a:solidFill>
            </a:endParaRPr>
          </a:p>
          <a:p>
            <a:endParaRPr lang="en-IN" sz="16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324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0">
        <p14:ripple/>
      </p:transition>
    </mc:Choice>
    <mc:Fallback xmlns="">
      <p:transition spd="med" advTm="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Box 210">
            <a:extLst>
              <a:ext uri="{FF2B5EF4-FFF2-40B4-BE49-F238E27FC236}">
                <a16:creationId xmlns:a16="http://schemas.microsoft.com/office/drawing/2014/main" id="{121FBE1E-17A1-B311-265C-AF898A88F192}"/>
              </a:ext>
            </a:extLst>
          </p:cNvPr>
          <p:cNvSpPr txBox="1"/>
          <p:nvPr/>
        </p:nvSpPr>
        <p:spPr>
          <a:xfrm>
            <a:off x="1904523" y="117192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" sz="2000" b="1" dirty="0">
                <a:solidFill>
                  <a:schemeClr val="bg1">
                    <a:lumMod val="75000"/>
                  </a:schemeClr>
                </a:solidFill>
              </a:rPr>
              <a:t>Attributes inside form Tag.</a:t>
            </a:r>
            <a:endParaRPr lang="en-IN" sz="20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61A67C-A5E8-7D39-B7EE-EB320E359F9B}"/>
              </a:ext>
            </a:extLst>
          </p:cNvPr>
          <p:cNvSpPr txBox="1"/>
          <p:nvPr/>
        </p:nvSpPr>
        <p:spPr>
          <a:xfrm>
            <a:off x="937527" y="759902"/>
            <a:ext cx="741521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/>
                </a:solidFill>
              </a:rPr>
              <a:t>HTML &lt;</a:t>
            </a:r>
            <a:r>
              <a:rPr lang="en-US" sz="1600" dirty="0">
                <a:solidFill>
                  <a:srgbClr val="00B0F0"/>
                </a:solidFill>
              </a:rPr>
              <a:t>input</a:t>
            </a:r>
            <a:r>
              <a:rPr lang="en-US" sz="1600" dirty="0">
                <a:solidFill>
                  <a:schemeClr val="accent6"/>
                </a:solidFill>
              </a:rPr>
              <a:t>&gt; elements have several attributes that define their behavior and appearance. Some common attributes include:</a:t>
            </a:r>
          </a:p>
          <a:p>
            <a:endParaRPr lang="en-US" sz="1600" dirty="0">
              <a:solidFill>
                <a:schemeClr val="accent6"/>
              </a:solidFill>
            </a:endParaRPr>
          </a:p>
          <a:p>
            <a:r>
              <a:rPr lang="en-US" b="1" dirty="0">
                <a:solidFill>
                  <a:srgbClr val="00B0F0"/>
                </a:solidFill>
              </a:rPr>
              <a:t>type</a:t>
            </a:r>
            <a:r>
              <a:rPr lang="en-US" sz="1600" b="1" dirty="0">
                <a:solidFill>
                  <a:schemeClr val="accent6"/>
                </a:solidFill>
              </a:rPr>
              <a:t>: </a:t>
            </a:r>
            <a:r>
              <a:rPr lang="en-US" sz="1600" dirty="0">
                <a:solidFill>
                  <a:schemeClr val="accent6"/>
                </a:solidFill>
              </a:rPr>
              <a:t>Specifies the type of input (e.g., text, email, password).</a:t>
            </a:r>
          </a:p>
          <a:p>
            <a:endParaRPr lang="en-US" sz="1600" dirty="0">
              <a:solidFill>
                <a:schemeClr val="accent6"/>
              </a:solidFill>
            </a:endParaRPr>
          </a:p>
          <a:p>
            <a:r>
              <a:rPr lang="en-US" b="1" dirty="0">
                <a:solidFill>
                  <a:srgbClr val="00B0F0"/>
                </a:solidFill>
              </a:rPr>
              <a:t>name</a:t>
            </a:r>
            <a:r>
              <a:rPr lang="en-US" sz="1600" b="1" dirty="0">
                <a:solidFill>
                  <a:schemeClr val="accent6"/>
                </a:solidFill>
              </a:rPr>
              <a:t>: </a:t>
            </a:r>
            <a:r>
              <a:rPr lang="en-US" sz="1600" dirty="0">
                <a:solidFill>
                  <a:schemeClr val="accent6"/>
                </a:solidFill>
              </a:rPr>
              <a:t>Defines the name of the input field, which is used when data is submitted.</a:t>
            </a:r>
          </a:p>
          <a:p>
            <a:endParaRPr lang="en-US" sz="1600" dirty="0">
              <a:solidFill>
                <a:schemeClr val="accent6"/>
              </a:solidFill>
            </a:endParaRPr>
          </a:p>
          <a:p>
            <a:r>
              <a:rPr lang="en-US" b="1" dirty="0">
                <a:solidFill>
                  <a:srgbClr val="00B0F0"/>
                </a:solidFill>
              </a:rPr>
              <a:t>value</a:t>
            </a:r>
            <a:r>
              <a:rPr lang="en-US" sz="1600" b="1" dirty="0">
                <a:solidFill>
                  <a:schemeClr val="accent6"/>
                </a:solidFill>
              </a:rPr>
              <a:t>: </a:t>
            </a:r>
            <a:r>
              <a:rPr lang="en-US" sz="1600" dirty="0">
                <a:solidFill>
                  <a:schemeClr val="accent6"/>
                </a:solidFill>
              </a:rPr>
              <a:t>Specifies the initial value of the input field.</a:t>
            </a:r>
          </a:p>
          <a:p>
            <a:endParaRPr lang="en-US" sz="1600" dirty="0">
              <a:solidFill>
                <a:schemeClr val="accent6"/>
              </a:solidFill>
            </a:endParaRPr>
          </a:p>
          <a:p>
            <a:r>
              <a:rPr lang="en-US" b="1" dirty="0">
                <a:solidFill>
                  <a:srgbClr val="00B0F0"/>
                </a:solidFill>
              </a:rPr>
              <a:t>placeholder</a:t>
            </a:r>
            <a:r>
              <a:rPr lang="en-US" sz="1600" b="1" dirty="0">
                <a:solidFill>
                  <a:schemeClr val="accent6"/>
                </a:solidFill>
              </a:rPr>
              <a:t>: </a:t>
            </a:r>
            <a:r>
              <a:rPr lang="en-US" sz="1600" dirty="0">
                <a:solidFill>
                  <a:schemeClr val="accent6"/>
                </a:solidFill>
              </a:rPr>
              <a:t>Provides a short hint that describes the expected value of the input.</a:t>
            </a:r>
          </a:p>
          <a:p>
            <a:endParaRPr lang="en-US" sz="1600" dirty="0">
              <a:solidFill>
                <a:schemeClr val="accent6"/>
              </a:solidFill>
            </a:endParaRPr>
          </a:p>
          <a:p>
            <a:r>
              <a:rPr lang="en-US" b="1" dirty="0">
                <a:solidFill>
                  <a:srgbClr val="00B0F0"/>
                </a:solidFill>
              </a:rPr>
              <a:t>required</a:t>
            </a:r>
            <a:r>
              <a:rPr lang="en-US" sz="1600" b="1" dirty="0">
                <a:solidFill>
                  <a:schemeClr val="accent6"/>
                </a:solidFill>
              </a:rPr>
              <a:t>: </a:t>
            </a:r>
            <a:r>
              <a:rPr lang="en-US" sz="1600" dirty="0">
                <a:solidFill>
                  <a:schemeClr val="accent6"/>
                </a:solidFill>
              </a:rPr>
              <a:t>Indicates that the input field must be filled out before submitting the form.</a:t>
            </a:r>
          </a:p>
        </p:txBody>
      </p:sp>
    </p:spTree>
    <p:extLst>
      <p:ext uri="{BB962C8B-B14F-4D97-AF65-F5344CB8AC3E}">
        <p14:creationId xmlns:p14="http://schemas.microsoft.com/office/powerpoint/2010/main" val="3417280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0">
        <p14:ripple/>
      </p:transition>
    </mc:Choice>
    <mc:Fallback xmlns="">
      <p:transition spd="med" advTm="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Box 210">
            <a:extLst>
              <a:ext uri="{FF2B5EF4-FFF2-40B4-BE49-F238E27FC236}">
                <a16:creationId xmlns:a16="http://schemas.microsoft.com/office/drawing/2014/main" id="{121FBE1E-17A1-B311-265C-AF898A88F192}"/>
              </a:ext>
            </a:extLst>
          </p:cNvPr>
          <p:cNvSpPr txBox="1"/>
          <p:nvPr/>
        </p:nvSpPr>
        <p:spPr>
          <a:xfrm>
            <a:off x="1904523" y="117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s" sz="2000" b="1" dirty="0">
              <a:solidFill>
                <a:schemeClr val="bg1">
                  <a:lumMod val="75000"/>
                </a:schemeClr>
              </a:solidFill>
            </a:endParaRPr>
          </a:p>
          <a:p>
            <a:pPr algn="ctr"/>
            <a:r>
              <a:rPr lang="es" sz="2000" b="1" dirty="0">
                <a:solidFill>
                  <a:schemeClr val="bg1">
                    <a:lumMod val="75000"/>
                  </a:schemeClr>
                </a:solidFill>
              </a:rPr>
              <a:t>Attributes inside Form Tag.</a:t>
            </a:r>
            <a:endParaRPr lang="en-IN" sz="20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61A67C-A5E8-7D39-B7EE-EB320E359F9B}"/>
              </a:ext>
            </a:extLst>
          </p:cNvPr>
          <p:cNvSpPr txBox="1"/>
          <p:nvPr/>
        </p:nvSpPr>
        <p:spPr>
          <a:xfrm>
            <a:off x="731163" y="1231171"/>
            <a:ext cx="74152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B0F0"/>
                </a:solidFill>
              </a:rPr>
              <a:t>disabled</a:t>
            </a:r>
            <a:r>
              <a:rPr lang="en-US" sz="1800" dirty="0">
                <a:solidFill>
                  <a:schemeClr val="accent6"/>
                </a:solidFill>
              </a:rPr>
              <a:t>: Disables the input field, making it unmodifiable and non-submittable.</a:t>
            </a:r>
          </a:p>
          <a:p>
            <a:endParaRPr lang="en-US" altLang="en-US" sz="1800" dirty="0">
              <a:solidFill>
                <a:schemeClr val="accent6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b="1" dirty="0">
                <a:solidFill>
                  <a:srgbClr val="00B0F0"/>
                </a:solidFill>
              </a:rPr>
              <a:t>id  , for </a:t>
            </a:r>
            <a:r>
              <a:rPr lang="en-US" sz="1800" dirty="0">
                <a:solidFill>
                  <a:schemeClr val="accent6"/>
                </a:solidFill>
              </a:rPr>
              <a:t>: Used to link the input field with the label. Need to provide the same values.</a:t>
            </a:r>
            <a:endParaRPr lang="en-US" altLang="en-US" sz="18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9198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0">
        <p14:ripple/>
      </p:transition>
    </mc:Choice>
    <mc:Fallback xmlns="">
      <p:transition spd="med" advTm="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64;p24">
            <a:extLst>
              <a:ext uri="{FF2B5EF4-FFF2-40B4-BE49-F238E27FC236}">
                <a16:creationId xmlns:a16="http://schemas.microsoft.com/office/drawing/2014/main" id="{A8D06D92-8A7E-20D8-7712-7FD682F5B3D9}"/>
              </a:ext>
            </a:extLst>
          </p:cNvPr>
          <p:cNvCxnSpPr>
            <a:cxnSpLocks/>
          </p:cNvCxnSpPr>
          <p:nvPr/>
        </p:nvCxnSpPr>
        <p:spPr>
          <a:xfrm>
            <a:off x="822027" y="633103"/>
            <a:ext cx="7341452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121FBE1E-17A1-B311-265C-AF898A88F192}"/>
              </a:ext>
            </a:extLst>
          </p:cNvPr>
          <p:cNvSpPr txBox="1"/>
          <p:nvPr/>
        </p:nvSpPr>
        <p:spPr>
          <a:xfrm>
            <a:off x="1904523" y="152912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" sz="2000" b="1" dirty="0">
                <a:solidFill>
                  <a:schemeClr val="bg1">
                    <a:lumMod val="75000"/>
                  </a:schemeClr>
                </a:solidFill>
              </a:rPr>
              <a:t>Audio tag </a:t>
            </a:r>
            <a:endParaRPr lang="en-IN" sz="20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940CDF-32EE-47C5-8FE1-073C0E76C806}"/>
              </a:ext>
            </a:extLst>
          </p:cNvPr>
          <p:cNvSpPr txBox="1"/>
          <p:nvPr/>
        </p:nvSpPr>
        <p:spPr>
          <a:xfrm>
            <a:off x="914401" y="792949"/>
            <a:ext cx="748664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sz="1600" b="1" dirty="0">
                <a:solidFill>
                  <a:srgbClr val="00B0F0"/>
                </a:solidFill>
              </a:rPr>
              <a:t>&lt;audio&gt; </a:t>
            </a:r>
            <a:r>
              <a:rPr lang="en-US" dirty="0">
                <a:solidFill>
                  <a:schemeClr val="bg1"/>
                </a:solidFill>
              </a:rPr>
              <a:t>tag is used to embed </a:t>
            </a:r>
            <a:r>
              <a:rPr lang="en-US" b="1" dirty="0">
                <a:solidFill>
                  <a:schemeClr val="bg1"/>
                </a:solidFill>
              </a:rPr>
              <a:t>audio</a:t>
            </a:r>
            <a:r>
              <a:rPr lang="en-US" b="1" dirty="0">
                <a:solidFill>
                  <a:srgbClr val="00B0F0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content in a document, such as a movie clip or other </a:t>
            </a:r>
            <a:r>
              <a:rPr lang="en-US" b="1" dirty="0">
                <a:solidFill>
                  <a:schemeClr val="bg1"/>
                </a:solidFill>
              </a:rPr>
              <a:t>audio</a:t>
            </a:r>
            <a:r>
              <a:rPr lang="en-US" dirty="0">
                <a:solidFill>
                  <a:schemeClr val="bg1"/>
                </a:solidFill>
              </a:rPr>
              <a:t> streams 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64F6CC-F22F-44B1-B098-793D0ADC895D}"/>
              </a:ext>
            </a:extLst>
          </p:cNvPr>
          <p:cNvSpPr txBox="1"/>
          <p:nvPr/>
        </p:nvSpPr>
        <p:spPr>
          <a:xfrm>
            <a:off x="978689" y="148202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Attributes :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19202D-F0D3-486D-BD5C-BFFE37690E66}"/>
              </a:ext>
            </a:extLst>
          </p:cNvPr>
          <p:cNvSpPr txBox="1"/>
          <p:nvPr/>
        </p:nvSpPr>
        <p:spPr>
          <a:xfrm>
            <a:off x="964403" y="1841596"/>
            <a:ext cx="4545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 err="1">
                <a:solidFill>
                  <a:srgbClr val="00B0F0"/>
                </a:solidFill>
              </a:rPr>
              <a:t>Src</a:t>
            </a:r>
            <a:r>
              <a:rPr lang="en-US" sz="1400" dirty="0">
                <a:solidFill>
                  <a:schemeClr val="bg1"/>
                </a:solidFill>
              </a:rPr>
              <a:t> - Specifies the URL of the </a:t>
            </a:r>
            <a:r>
              <a:rPr lang="en-US" b="1" dirty="0">
                <a:solidFill>
                  <a:schemeClr val="bg1"/>
                </a:solidFill>
              </a:rPr>
              <a:t>audio</a:t>
            </a:r>
            <a:r>
              <a:rPr lang="en-US" sz="1400" dirty="0">
                <a:solidFill>
                  <a:schemeClr val="bg1"/>
                </a:solidFill>
              </a:rPr>
              <a:t> file .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E9DEFF-A4AA-4109-833A-DE7CEE1F3AE1}"/>
              </a:ext>
            </a:extLst>
          </p:cNvPr>
          <p:cNvSpPr txBox="1"/>
          <p:nvPr/>
        </p:nvSpPr>
        <p:spPr>
          <a:xfrm>
            <a:off x="952492" y="2258316"/>
            <a:ext cx="763429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B0F0"/>
                </a:solidFill>
              </a:rPr>
              <a:t>controls</a:t>
            </a:r>
            <a:r>
              <a:rPr lang="en-US" sz="1400" dirty="0">
                <a:solidFill>
                  <a:schemeClr val="bg1"/>
                </a:solidFill>
              </a:rPr>
              <a:t>- </a:t>
            </a:r>
            <a:r>
              <a:rPr lang="en-US" b="0" i="0" dirty="0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Specifies that </a:t>
            </a:r>
            <a:r>
              <a:rPr lang="en-US" b="1" dirty="0">
                <a:solidFill>
                  <a:schemeClr val="bg1"/>
                </a:solidFill>
              </a:rPr>
              <a:t>audio</a:t>
            </a:r>
            <a:r>
              <a:rPr lang="en-US" b="0" i="0" dirty="0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 controls should be displayed (such as a play/pause button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etc</a:t>
            </a:r>
            <a:r>
              <a:rPr lang="en-US" b="0" i="0" dirty="0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).</a:t>
            </a:r>
            <a:r>
              <a:rPr lang="en-US" sz="1400" dirty="0">
                <a:solidFill>
                  <a:schemeClr val="bg1"/>
                </a:solidFill>
              </a:rPr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3513213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0">
        <p14:ripple/>
      </p:transition>
    </mc:Choice>
    <mc:Fallback xmlns="">
      <p:transition spd="med" advTm="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64;p24">
            <a:extLst>
              <a:ext uri="{FF2B5EF4-FFF2-40B4-BE49-F238E27FC236}">
                <a16:creationId xmlns:a16="http://schemas.microsoft.com/office/drawing/2014/main" id="{A8D06D92-8A7E-20D8-7712-7FD682F5B3D9}"/>
              </a:ext>
            </a:extLst>
          </p:cNvPr>
          <p:cNvCxnSpPr>
            <a:cxnSpLocks/>
          </p:cNvCxnSpPr>
          <p:nvPr/>
        </p:nvCxnSpPr>
        <p:spPr>
          <a:xfrm>
            <a:off x="822027" y="633103"/>
            <a:ext cx="7341452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121FBE1E-17A1-B311-265C-AF898A88F192}"/>
              </a:ext>
            </a:extLst>
          </p:cNvPr>
          <p:cNvSpPr txBox="1"/>
          <p:nvPr/>
        </p:nvSpPr>
        <p:spPr>
          <a:xfrm>
            <a:off x="1904523" y="152912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" sz="2000" b="1" dirty="0">
                <a:solidFill>
                  <a:schemeClr val="bg1">
                    <a:lumMod val="75000"/>
                  </a:schemeClr>
                </a:solidFill>
              </a:rPr>
              <a:t>Video tag </a:t>
            </a:r>
            <a:endParaRPr lang="en-IN" sz="20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940CDF-32EE-47C5-8FE1-073C0E76C806}"/>
              </a:ext>
            </a:extLst>
          </p:cNvPr>
          <p:cNvSpPr txBox="1"/>
          <p:nvPr/>
        </p:nvSpPr>
        <p:spPr>
          <a:xfrm>
            <a:off x="914401" y="792949"/>
            <a:ext cx="748664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sz="1600" b="1" dirty="0">
                <a:solidFill>
                  <a:srgbClr val="00B0F0"/>
                </a:solidFill>
              </a:rPr>
              <a:t>&lt;video&gt; </a:t>
            </a:r>
            <a:r>
              <a:rPr lang="en-US" dirty="0">
                <a:solidFill>
                  <a:schemeClr val="bg1"/>
                </a:solidFill>
              </a:rPr>
              <a:t>tag is used to embed video content in a document, such as a movie clip or other video streams 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64F6CC-F22F-44B1-B098-793D0ADC895D}"/>
              </a:ext>
            </a:extLst>
          </p:cNvPr>
          <p:cNvSpPr txBox="1"/>
          <p:nvPr/>
        </p:nvSpPr>
        <p:spPr>
          <a:xfrm>
            <a:off x="978689" y="148202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Attributes :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19202D-F0D3-486D-BD5C-BFFE37690E66}"/>
              </a:ext>
            </a:extLst>
          </p:cNvPr>
          <p:cNvSpPr txBox="1"/>
          <p:nvPr/>
        </p:nvSpPr>
        <p:spPr>
          <a:xfrm>
            <a:off x="964403" y="1748725"/>
            <a:ext cx="4545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 err="1">
                <a:solidFill>
                  <a:srgbClr val="00B0F0"/>
                </a:solidFill>
              </a:rPr>
              <a:t>Src</a:t>
            </a:r>
            <a:r>
              <a:rPr lang="en-US" sz="1400" dirty="0">
                <a:solidFill>
                  <a:schemeClr val="bg1"/>
                </a:solidFill>
              </a:rPr>
              <a:t> - Specifies the URL of the video file .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E9DEFF-A4AA-4109-833A-DE7CEE1F3AE1}"/>
              </a:ext>
            </a:extLst>
          </p:cNvPr>
          <p:cNvSpPr txBox="1"/>
          <p:nvPr/>
        </p:nvSpPr>
        <p:spPr>
          <a:xfrm>
            <a:off x="964403" y="2191579"/>
            <a:ext cx="763429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B0F0"/>
                </a:solidFill>
              </a:rPr>
              <a:t>controls</a:t>
            </a:r>
            <a:r>
              <a:rPr lang="en-US" sz="1400" dirty="0">
                <a:solidFill>
                  <a:schemeClr val="bg1"/>
                </a:solidFill>
              </a:rPr>
              <a:t>- </a:t>
            </a:r>
            <a:r>
              <a:rPr lang="en-US" b="0" i="0" dirty="0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Specifies that video controls should be displayed (such as a play/pause button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etc</a:t>
            </a:r>
            <a:r>
              <a:rPr lang="en-US" b="0" i="0" dirty="0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).</a:t>
            </a:r>
            <a:r>
              <a:rPr lang="en-US" sz="1400" dirty="0">
                <a:solidFill>
                  <a:schemeClr val="bg1"/>
                </a:solidFill>
              </a:rPr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2755689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0">
        <p14:ripple/>
      </p:transition>
    </mc:Choice>
    <mc:Fallback xmlns="">
      <p:transition spd="med" advTm="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64;p24">
            <a:extLst>
              <a:ext uri="{FF2B5EF4-FFF2-40B4-BE49-F238E27FC236}">
                <a16:creationId xmlns:a16="http://schemas.microsoft.com/office/drawing/2014/main" id="{A8D06D92-8A7E-20D8-7712-7FD682F5B3D9}"/>
              </a:ext>
            </a:extLst>
          </p:cNvPr>
          <p:cNvCxnSpPr>
            <a:cxnSpLocks/>
          </p:cNvCxnSpPr>
          <p:nvPr/>
        </p:nvCxnSpPr>
        <p:spPr>
          <a:xfrm>
            <a:off x="822027" y="633103"/>
            <a:ext cx="7341452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121FBE1E-17A1-B311-265C-AF898A88F192}"/>
              </a:ext>
            </a:extLst>
          </p:cNvPr>
          <p:cNvSpPr txBox="1"/>
          <p:nvPr/>
        </p:nvSpPr>
        <p:spPr>
          <a:xfrm>
            <a:off x="1904523" y="152912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" sz="2000" b="1" dirty="0">
                <a:solidFill>
                  <a:schemeClr val="bg1">
                    <a:lumMod val="75000"/>
                  </a:schemeClr>
                </a:solidFill>
              </a:rPr>
              <a:t>QR code </a:t>
            </a:r>
            <a:endParaRPr lang="en-IN" sz="20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EFDA68-4C37-4C8B-B4CA-DC0145696B57}"/>
              </a:ext>
            </a:extLst>
          </p:cNvPr>
          <p:cNvSpPr txBox="1"/>
          <p:nvPr/>
        </p:nvSpPr>
        <p:spPr>
          <a:xfrm>
            <a:off x="948613" y="1232666"/>
            <a:ext cx="7486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chemeClr val="bg1"/>
                </a:solidFill>
              </a:rPr>
              <a:t>How to generate </a:t>
            </a:r>
            <a:r>
              <a:rPr lang="en-US" sz="1800" b="1" dirty="0">
                <a:solidFill>
                  <a:srgbClr val="00B0F0"/>
                </a:solidFill>
              </a:rPr>
              <a:t>QR code</a:t>
            </a:r>
            <a:endParaRPr lang="en-IN" sz="1800" b="1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237C36-003D-4886-9C74-DA59F80A249F}"/>
              </a:ext>
            </a:extLst>
          </p:cNvPr>
          <p:cNvSpPr txBox="1"/>
          <p:nvPr/>
        </p:nvSpPr>
        <p:spPr>
          <a:xfrm>
            <a:off x="822027" y="2047671"/>
            <a:ext cx="4271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050"/>
                </a:solidFill>
              </a:rPr>
              <a:t>Step 1- </a:t>
            </a:r>
            <a:r>
              <a:rPr lang="en-IN" dirty="0">
                <a:solidFill>
                  <a:schemeClr val="bg1"/>
                </a:solidFill>
              </a:rPr>
              <a:t>Search in google </a:t>
            </a:r>
            <a:r>
              <a:rPr lang="en-IN" b="1" dirty="0" err="1">
                <a:solidFill>
                  <a:srgbClr val="00B0F0"/>
                </a:solidFill>
              </a:rPr>
              <a:t>qr</a:t>
            </a:r>
            <a:r>
              <a:rPr lang="en-IN" b="1" dirty="0">
                <a:solidFill>
                  <a:srgbClr val="00B0F0"/>
                </a:solidFill>
              </a:rPr>
              <a:t> code </a:t>
            </a:r>
            <a:r>
              <a:rPr lang="en-IN" b="1" dirty="0" err="1">
                <a:solidFill>
                  <a:srgbClr val="00B0F0"/>
                </a:solidFill>
              </a:rPr>
              <a:t>api</a:t>
            </a:r>
            <a:r>
              <a:rPr lang="en-IN" b="1" dirty="0">
                <a:solidFill>
                  <a:srgbClr val="00B0F0"/>
                </a:solidFill>
              </a:rPr>
              <a:t> </a:t>
            </a:r>
            <a:r>
              <a:rPr lang="en-IN" b="1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C7E61C-2491-48FE-AAB9-BF08D8D0B7A1}"/>
              </a:ext>
            </a:extLst>
          </p:cNvPr>
          <p:cNvSpPr txBox="1"/>
          <p:nvPr/>
        </p:nvSpPr>
        <p:spPr>
          <a:xfrm>
            <a:off x="824409" y="2378667"/>
            <a:ext cx="4271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050"/>
                </a:solidFill>
              </a:rPr>
              <a:t>Step 2- </a:t>
            </a:r>
            <a:r>
              <a:rPr lang="en-IN" dirty="0">
                <a:solidFill>
                  <a:schemeClr val="bg1"/>
                </a:solidFill>
              </a:rPr>
              <a:t>click on </a:t>
            </a:r>
            <a:r>
              <a:rPr lang="en-IN" b="1" dirty="0">
                <a:solidFill>
                  <a:srgbClr val="00B0F0"/>
                </a:solidFill>
              </a:rPr>
              <a:t>goqr.me  </a:t>
            </a:r>
            <a:r>
              <a:rPr lang="en-IN" dirty="0">
                <a:solidFill>
                  <a:schemeClr val="bg1"/>
                </a:solidFill>
              </a:rPr>
              <a:t>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F5FBBB-CAD4-45D0-96E1-35A586BFE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283" y="2933024"/>
            <a:ext cx="4430989" cy="132428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AB980D5-98EC-4758-A81D-56752B3B495B}"/>
              </a:ext>
            </a:extLst>
          </p:cNvPr>
          <p:cNvSpPr txBox="1"/>
          <p:nvPr/>
        </p:nvSpPr>
        <p:spPr>
          <a:xfrm>
            <a:off x="826786" y="2752525"/>
            <a:ext cx="3488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050"/>
                </a:solidFill>
              </a:rPr>
              <a:t>Step 3- </a:t>
            </a:r>
            <a:r>
              <a:rPr lang="en-IN" dirty="0">
                <a:solidFill>
                  <a:schemeClr val="bg1"/>
                </a:solidFill>
              </a:rPr>
              <a:t>copy the whole link call the </a:t>
            </a:r>
            <a:r>
              <a:rPr lang="en-IN" dirty="0" err="1">
                <a:solidFill>
                  <a:schemeClr val="bg1"/>
                </a:solidFill>
              </a:rPr>
              <a:t>url</a:t>
            </a:r>
            <a:r>
              <a:rPr lang="en-IN" dirty="0">
                <a:solidFill>
                  <a:schemeClr val="bg1"/>
                </a:solidFill>
              </a:rPr>
              <a:t>  and paste it in </a:t>
            </a:r>
            <a:r>
              <a:rPr lang="en-IN" dirty="0" err="1">
                <a:solidFill>
                  <a:schemeClr val="bg1"/>
                </a:solidFill>
              </a:rPr>
              <a:t>img</a:t>
            </a:r>
            <a:r>
              <a:rPr lang="en-IN" dirty="0">
                <a:solidFill>
                  <a:schemeClr val="bg1"/>
                </a:solidFill>
              </a:rPr>
              <a:t> tag </a:t>
            </a:r>
            <a:r>
              <a:rPr lang="en-IN" b="1" dirty="0" err="1">
                <a:solidFill>
                  <a:srgbClr val="00B0F0"/>
                </a:solidFill>
              </a:rPr>
              <a:t>src</a:t>
            </a:r>
            <a:r>
              <a:rPr lang="en-IN" b="1" dirty="0">
                <a:solidFill>
                  <a:srgbClr val="00B0F0"/>
                </a:solidFill>
              </a:rPr>
              <a:t>=“ ” </a:t>
            </a:r>
            <a:r>
              <a:rPr lang="en-IN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C30393-B428-4329-A9F3-E7F44DDAE6B1}"/>
              </a:ext>
            </a:extLst>
          </p:cNvPr>
          <p:cNvSpPr txBox="1"/>
          <p:nvPr/>
        </p:nvSpPr>
        <p:spPr>
          <a:xfrm>
            <a:off x="826786" y="3333557"/>
            <a:ext cx="3488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050"/>
                </a:solidFill>
              </a:rPr>
              <a:t>Step 4- </a:t>
            </a:r>
            <a:r>
              <a:rPr lang="en-IN" dirty="0">
                <a:solidFill>
                  <a:schemeClr val="bg1"/>
                </a:solidFill>
              </a:rPr>
              <a:t>then paste your target link , on which website you want to navigate . </a:t>
            </a:r>
          </a:p>
        </p:txBody>
      </p:sp>
    </p:spTree>
    <p:extLst>
      <p:ext uri="{BB962C8B-B14F-4D97-AF65-F5344CB8AC3E}">
        <p14:creationId xmlns:p14="http://schemas.microsoft.com/office/powerpoint/2010/main" val="2011800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0">
        <p14:ripple/>
      </p:transition>
    </mc:Choice>
    <mc:Fallback xmlns="">
      <p:transition spd="med" advTm="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64EB06A4-E04E-AAB7-5A65-8771C76D7488}"/>
              </a:ext>
            </a:extLst>
          </p:cNvPr>
          <p:cNvSpPr txBox="1"/>
          <p:nvPr/>
        </p:nvSpPr>
        <p:spPr>
          <a:xfrm>
            <a:off x="197153" y="393898"/>
            <a:ext cx="5447153" cy="307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857" indent="-342857">
              <a:lnSpc>
                <a:spcPct val="107000"/>
              </a:lnSpc>
              <a:spcBef>
                <a:spcPts val="200"/>
              </a:spcBef>
              <a:buSzPts val="1000"/>
              <a:buFont typeface="Symbol" panose="05050102010706020507" pitchFamily="18" charset="2"/>
              <a:buChar char=""/>
              <a:tabLst>
                <a:tab pos="457142" algn="l"/>
              </a:tabLst>
            </a:pPr>
            <a:endParaRPr lang="en-IN" dirty="0">
              <a:solidFill>
                <a:schemeClr val="tx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4" descr="HTML5">
            <a:extLst>
              <a:ext uri="{FF2B5EF4-FFF2-40B4-BE49-F238E27FC236}">
                <a16:creationId xmlns:a16="http://schemas.microsoft.com/office/drawing/2014/main" id="{D53B1CDE-956D-698A-C575-49A7CFA5FE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6507"/>
            <a:ext cx="3703259" cy="370325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ACAE2D-D24B-D8D5-A55E-A0C19EF9AF7D}"/>
              </a:ext>
            </a:extLst>
          </p:cNvPr>
          <p:cNvSpPr txBox="1"/>
          <p:nvPr/>
        </p:nvSpPr>
        <p:spPr>
          <a:xfrm>
            <a:off x="4416996" y="1952100"/>
            <a:ext cx="382028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>
                <a:solidFill>
                  <a:schemeClr val="tx2"/>
                </a:solidFill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4154004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0">
        <p14:ripple/>
      </p:transition>
    </mc:Choice>
    <mc:Fallback xmlns="">
      <p:transition spd="med" advTm="0">
        <p:fade/>
      </p:transition>
    </mc:Fallback>
  </mc:AlternateContent>
</p:sld>
</file>

<file path=ppt/theme/theme1.xml><?xml version="1.0" encoding="utf-8"?>
<a:theme xmlns:a="http://schemas.openxmlformats.org/drawingml/2006/main" name="WEB PROPOS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8FFD5"/>
      </a:accent1>
      <a:accent2>
        <a:srgbClr val="48FFD5"/>
      </a:accent2>
      <a:accent3>
        <a:srgbClr val="48FFD5"/>
      </a:accent3>
      <a:accent4>
        <a:srgbClr val="48FFD5"/>
      </a:accent4>
      <a:accent5>
        <a:srgbClr val="48FFD5"/>
      </a:accent5>
      <a:accent6>
        <a:srgbClr val="48FFD5"/>
      </a:accent6>
      <a:hlink>
        <a:srgbClr val="48FFD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4300</TotalTime>
  <Words>1484</Words>
  <Application>Microsoft Office PowerPoint</Application>
  <PresentationFormat>On-screen Show (16:9)</PresentationFormat>
  <Paragraphs>152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Schadow BT</vt:lpstr>
      <vt:lpstr>Roboto Black</vt:lpstr>
      <vt:lpstr>Verdana</vt:lpstr>
      <vt:lpstr>Arial</vt:lpstr>
      <vt:lpstr>Times New Roman</vt:lpstr>
      <vt:lpstr>Arial Unicode MS</vt:lpstr>
      <vt:lpstr>Roboto Light</vt:lpstr>
      <vt:lpstr>Symbol</vt:lpstr>
      <vt:lpstr>WEB PROPOSAL</vt:lpstr>
      <vt:lpstr>HTML  Notes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atul gathwala</dc:creator>
  <cp:lastModifiedBy>RISHABH RISHABH</cp:lastModifiedBy>
  <cp:revision>65</cp:revision>
  <dcterms:modified xsi:type="dcterms:W3CDTF">2025-10-08T16:34:04Z</dcterms:modified>
</cp:coreProperties>
</file>